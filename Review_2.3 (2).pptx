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282" r:id="rId4"/>
    <p:sldId id="292" r:id="rId5"/>
    <p:sldId id="345" r:id="rId6"/>
    <p:sldId id="348" r:id="rId7"/>
    <p:sldId id="319" r:id="rId8"/>
    <p:sldId id="320" r:id="rId9"/>
    <p:sldId id="315" r:id="rId10"/>
    <p:sldId id="289" r:id="rId11"/>
    <p:sldId id="294" r:id="rId12"/>
    <p:sldId id="349" r:id="rId13"/>
    <p:sldId id="307" r:id="rId14"/>
    <p:sldId id="350" r:id="rId15"/>
    <p:sldId id="308" r:id="rId16"/>
    <p:sldId id="352" r:id="rId17"/>
    <p:sldId id="344" r:id="rId18"/>
    <p:sldId id="342" r:id="rId19"/>
    <p:sldId id="337" r:id="rId20"/>
    <p:sldId id="343" r:id="rId21"/>
    <p:sldId id="295" r:id="rId22"/>
    <p:sldId id="324" r:id="rId23"/>
    <p:sldId id="326" r:id="rId24"/>
    <p:sldId id="323" r:id="rId25"/>
    <p:sldId id="330" r:id="rId26"/>
    <p:sldId id="353" r:id="rId27"/>
    <p:sldId id="354" r:id="rId28"/>
    <p:sldId id="338" r:id="rId29"/>
    <p:sldId id="339" r:id="rId30"/>
    <p:sldId id="340" r:id="rId31"/>
    <p:sldId id="264" r:id="rId32"/>
    <p:sldId id="34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7CBA3-83FC-4534-8B95-B5EB95B84D50}" v="89" dt="2026-03-10T18:56:35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3447" autoAdjust="0"/>
  </p:normalViewPr>
  <p:slideViewPr>
    <p:cSldViewPr snapToGrid="0">
      <p:cViewPr varScale="1">
        <p:scale>
          <a:sx n="51" d="100"/>
          <a:sy n="51" d="100"/>
        </p:scale>
        <p:origin x="1132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 Balu" userId="537652d13634ea89" providerId="LiveId" clId="{8FEB1703-91E5-4B3C-890B-1CDBA9277CB0}"/>
    <pc:docChg chg="undo custSel addSld delSld modSld sldOrd">
      <pc:chgData name="Ranjith Balu" userId="537652d13634ea89" providerId="LiveId" clId="{8FEB1703-91E5-4B3C-890B-1CDBA9277CB0}" dt="2026-03-13T16:35:23.792" v="1512" actId="47"/>
      <pc:docMkLst>
        <pc:docMk/>
      </pc:docMkLst>
      <pc:sldChg chg="modSp mod">
        <pc:chgData name="Ranjith Balu" userId="537652d13634ea89" providerId="LiveId" clId="{8FEB1703-91E5-4B3C-890B-1CDBA9277CB0}" dt="2026-03-13T11:19:48.024" v="1498" actId="20577"/>
        <pc:sldMkLst>
          <pc:docMk/>
          <pc:sldMk cId="3941289920" sldId="257"/>
        </pc:sldMkLst>
        <pc:spChg chg="mod">
          <ac:chgData name="Ranjith Balu" userId="537652d13634ea89" providerId="LiveId" clId="{8FEB1703-91E5-4B3C-890B-1CDBA9277CB0}" dt="2026-03-13T11:19:48.024" v="1498" actId="20577"/>
          <ac:spMkLst>
            <pc:docMk/>
            <pc:sldMk cId="3941289920" sldId="257"/>
            <ac:spMk id="2" creationId="{B48A9D3F-EE0F-0AD6-6FEB-AF42B0FE7509}"/>
          </ac:spMkLst>
        </pc:spChg>
      </pc:sldChg>
      <pc:sldChg chg="modSp add mod ord">
        <pc:chgData name="Ranjith Balu" userId="537652d13634ea89" providerId="LiveId" clId="{8FEB1703-91E5-4B3C-890B-1CDBA9277CB0}" dt="2026-03-10T17:12:49.998" v="88" actId="1076"/>
        <pc:sldMkLst>
          <pc:docMk/>
          <pc:sldMk cId="2200009150" sldId="260"/>
        </pc:sldMkLst>
        <pc:spChg chg="mod">
          <ac:chgData name="Ranjith Balu" userId="537652d13634ea89" providerId="LiveId" clId="{8FEB1703-91E5-4B3C-890B-1CDBA9277CB0}" dt="2026-03-10T16:50:58.386" v="50" actId="20577"/>
          <ac:spMkLst>
            <pc:docMk/>
            <pc:sldMk cId="2200009150" sldId="260"/>
            <ac:spMk id="2" creationId="{7F5F7E3F-6DFB-6BB1-7EDA-AE0FA953FAF8}"/>
          </ac:spMkLst>
        </pc:spChg>
        <pc:spChg chg="mod">
          <ac:chgData name="Ranjith Balu" userId="537652d13634ea89" providerId="LiveId" clId="{8FEB1703-91E5-4B3C-890B-1CDBA9277CB0}" dt="2026-03-10T17:12:49.998" v="88" actId="1076"/>
          <ac:spMkLst>
            <pc:docMk/>
            <pc:sldMk cId="2200009150" sldId="260"/>
            <ac:spMk id="3" creationId="{FFB9B4DB-86D3-C74B-E545-BDEE68CA176F}"/>
          </ac:spMkLst>
        </pc:spChg>
      </pc:sldChg>
      <pc:sldChg chg="add del">
        <pc:chgData name="Ranjith Balu" userId="537652d13634ea89" providerId="LiveId" clId="{8FEB1703-91E5-4B3C-890B-1CDBA9277CB0}" dt="2026-03-10T18:26:13.175" v="998" actId="47"/>
        <pc:sldMkLst>
          <pc:docMk/>
          <pc:sldMk cId="1436903492" sldId="264"/>
        </pc:sldMkLst>
      </pc:sldChg>
      <pc:sldChg chg="modSp add mod">
        <pc:chgData name="Ranjith Balu" userId="537652d13634ea89" providerId="LiveId" clId="{8FEB1703-91E5-4B3C-890B-1CDBA9277CB0}" dt="2026-03-10T16:49:55.380" v="11" actId="20577"/>
        <pc:sldMkLst>
          <pc:docMk/>
          <pc:sldMk cId="1824990215" sldId="282"/>
        </pc:sldMkLst>
        <pc:spChg chg="mod">
          <ac:chgData name="Ranjith Balu" userId="537652d13634ea89" providerId="LiveId" clId="{8FEB1703-91E5-4B3C-890B-1CDBA9277CB0}" dt="2026-03-10T16:49:55.380" v="11" actId="20577"/>
          <ac:spMkLst>
            <pc:docMk/>
            <pc:sldMk cId="1824990215" sldId="282"/>
            <ac:spMk id="2" creationId="{7B7F2588-23E7-C3CB-3BA7-11B45401B6E4}"/>
          </ac:spMkLst>
        </pc:spChg>
      </pc:sldChg>
      <pc:sldChg chg="modSp add mod">
        <pc:chgData name="Ranjith Balu" userId="537652d13634ea89" providerId="LiveId" clId="{8FEB1703-91E5-4B3C-890B-1CDBA9277CB0}" dt="2026-03-10T18:48:18.079" v="1276" actId="255"/>
        <pc:sldMkLst>
          <pc:docMk/>
          <pc:sldMk cId="1471538598" sldId="289"/>
        </pc:sldMkLst>
        <pc:spChg chg="mod">
          <ac:chgData name="Ranjith Balu" userId="537652d13634ea89" providerId="LiveId" clId="{8FEB1703-91E5-4B3C-890B-1CDBA9277CB0}" dt="2026-03-10T17:43:08.474" v="395" actId="1076"/>
          <ac:spMkLst>
            <pc:docMk/>
            <pc:sldMk cId="1471538598" sldId="289"/>
            <ac:spMk id="2" creationId="{982F603A-9EED-5CC7-CD75-04E63E84EA2E}"/>
          </ac:spMkLst>
        </pc:spChg>
        <pc:spChg chg="mod">
          <ac:chgData name="Ranjith Balu" userId="537652d13634ea89" providerId="LiveId" clId="{8FEB1703-91E5-4B3C-890B-1CDBA9277CB0}" dt="2026-03-10T18:48:18.079" v="1276" actId="255"/>
          <ac:spMkLst>
            <pc:docMk/>
            <pc:sldMk cId="1471538598" sldId="289"/>
            <ac:spMk id="6" creationId="{8C94DB90-6E0F-A98B-4ADB-168488B90793}"/>
          </ac:spMkLst>
        </pc:spChg>
      </pc:sldChg>
      <pc:sldChg chg="addSp delSp modSp add mod modAnim">
        <pc:chgData name="Ranjith Balu" userId="537652d13634ea89" providerId="LiveId" clId="{8FEB1703-91E5-4B3C-890B-1CDBA9277CB0}" dt="2026-03-13T13:22:44.598" v="1511" actId="1076"/>
        <pc:sldMkLst>
          <pc:docMk/>
          <pc:sldMk cId="3587153955" sldId="292"/>
        </pc:sldMkLst>
        <pc:spChg chg="mod">
          <ac:chgData name="Ranjith Balu" userId="537652d13634ea89" providerId="LiveId" clId="{8FEB1703-91E5-4B3C-890B-1CDBA9277CB0}" dt="2026-03-13T13:22:44.598" v="1511" actId="1076"/>
          <ac:spMkLst>
            <pc:docMk/>
            <pc:sldMk cId="3587153955" sldId="292"/>
            <ac:spMk id="2" creationId="{D2705A39-D6C9-28AA-6CF6-0E88CF1CFF0A}"/>
          </ac:spMkLst>
        </pc:spChg>
        <pc:spChg chg="add del mod topLvl">
          <ac:chgData name="Ranjith Balu" userId="537652d13634ea89" providerId="LiveId" clId="{8FEB1703-91E5-4B3C-890B-1CDBA9277CB0}" dt="2026-03-10T17:21:44.001" v="167" actId="2711"/>
          <ac:spMkLst>
            <pc:docMk/>
            <pc:sldMk cId="3587153955" sldId="292"/>
            <ac:spMk id="5" creationId="{E077B108-FC1C-4710-EAD7-B406D4A6DA3E}"/>
          </ac:spMkLst>
        </pc:spChg>
        <pc:spChg chg="mod topLvl">
          <ac:chgData name="Ranjith Balu" userId="537652d13634ea89" providerId="LiveId" clId="{8FEB1703-91E5-4B3C-890B-1CDBA9277CB0}" dt="2026-03-10T17:21:38.951" v="166" actId="2711"/>
          <ac:spMkLst>
            <pc:docMk/>
            <pc:sldMk cId="3587153955" sldId="292"/>
            <ac:spMk id="8" creationId="{2BDA969A-E379-192D-C5A7-080F2CDA6FDC}"/>
          </ac:spMkLst>
        </pc:spChg>
        <pc:spChg chg="mod topLvl">
          <ac:chgData name="Ranjith Balu" userId="537652d13634ea89" providerId="LiveId" clId="{8FEB1703-91E5-4B3C-890B-1CDBA9277CB0}" dt="2026-03-10T17:50:12.291" v="401" actId="164"/>
          <ac:spMkLst>
            <pc:docMk/>
            <pc:sldMk cId="3587153955" sldId="292"/>
            <ac:spMk id="12" creationId="{9BD5CB4F-DA22-BC5B-C70D-83E4A9DC930A}"/>
          </ac:spMkLst>
        </pc:spChg>
        <pc:spChg chg="mod">
          <ac:chgData name="Ranjith Balu" userId="537652d13634ea89" providerId="LiveId" clId="{8FEB1703-91E5-4B3C-890B-1CDBA9277CB0}" dt="2026-03-10T17:50:51.672" v="411" actId="2711"/>
          <ac:spMkLst>
            <pc:docMk/>
            <pc:sldMk cId="3587153955" sldId="292"/>
            <ac:spMk id="26" creationId="{3409C096-1487-926B-7863-72B299C39589}"/>
          </ac:spMkLst>
        </pc:spChg>
        <pc:grpChg chg="add mod">
          <ac:chgData name="Ranjith Balu" userId="537652d13634ea89" providerId="LiveId" clId="{8FEB1703-91E5-4B3C-890B-1CDBA9277CB0}" dt="2026-03-10T17:50:13.885" v="402" actId="1076"/>
          <ac:grpSpMkLst>
            <pc:docMk/>
            <pc:sldMk cId="3587153955" sldId="292"/>
            <ac:grpSpMk id="22" creationId="{A6C39848-402A-5420-1FE2-30E0B15A8703}"/>
          </ac:grpSpMkLst>
        </pc:grpChg>
        <pc:grpChg chg="add mod">
          <ac:chgData name="Ranjith Balu" userId="537652d13634ea89" providerId="LiveId" clId="{8FEB1703-91E5-4B3C-890B-1CDBA9277CB0}" dt="2026-03-10T17:50:38.267" v="408" actId="14100"/>
          <ac:grpSpMkLst>
            <pc:docMk/>
            <pc:sldMk cId="3587153955" sldId="292"/>
            <ac:grpSpMk id="24" creationId="{2AEB0963-47B4-CE6C-8A0D-200A34A0E204}"/>
          </ac:grpSpMkLst>
        </pc:grpChg>
        <pc:graphicFrameChg chg="add mod">
          <ac:chgData name="Ranjith Balu" userId="537652d13634ea89" providerId="LiveId" clId="{8FEB1703-91E5-4B3C-890B-1CDBA9277CB0}" dt="2026-03-10T17:20:46.794" v="152"/>
          <ac:graphicFrameMkLst>
            <pc:docMk/>
            <pc:sldMk cId="3587153955" sldId="292"/>
            <ac:graphicFrameMk id="10" creationId="{F4A2EDD3-1C3A-9BA2-B958-2534756F0BAA}"/>
          </ac:graphicFrameMkLst>
        </pc:graphicFrameChg>
        <pc:picChg chg="add mod ord">
          <ac:chgData name="Ranjith Balu" userId="537652d13634ea89" providerId="LiveId" clId="{8FEB1703-91E5-4B3C-890B-1CDBA9277CB0}" dt="2026-03-10T17:20:17.457" v="145" actId="167"/>
          <ac:picMkLst>
            <pc:docMk/>
            <pc:sldMk cId="3587153955" sldId="292"/>
            <ac:picMk id="17" creationId="{09D2D510-FA2B-C824-1797-5DA1A85060E9}"/>
          </ac:picMkLst>
        </pc:picChg>
        <pc:picChg chg="add mod">
          <ac:chgData name="Ranjith Balu" userId="537652d13634ea89" providerId="LiveId" clId="{8FEB1703-91E5-4B3C-890B-1CDBA9277CB0}" dt="2026-03-10T17:20:54.538" v="157" actId="14100"/>
          <ac:picMkLst>
            <pc:docMk/>
            <pc:sldMk cId="3587153955" sldId="292"/>
            <ac:picMk id="19" creationId="{AD51680E-D856-B644-F009-AABECC557276}"/>
          </ac:picMkLst>
        </pc:picChg>
        <pc:picChg chg="add mod">
          <ac:chgData name="Ranjith Balu" userId="537652d13634ea89" providerId="LiveId" clId="{8FEB1703-91E5-4B3C-890B-1CDBA9277CB0}" dt="2026-03-10T17:50:12.291" v="401" actId="164"/>
          <ac:picMkLst>
            <pc:docMk/>
            <pc:sldMk cId="3587153955" sldId="292"/>
            <ac:picMk id="21" creationId="{51850941-CA57-033F-51F3-4C33E021A201}"/>
          </ac:picMkLst>
        </pc:picChg>
        <pc:picChg chg="mod">
          <ac:chgData name="Ranjith Balu" userId="537652d13634ea89" providerId="LiveId" clId="{8FEB1703-91E5-4B3C-890B-1CDBA9277CB0}" dt="2026-03-10T17:50:28.022" v="406"/>
          <ac:picMkLst>
            <pc:docMk/>
            <pc:sldMk cId="3587153955" sldId="292"/>
            <ac:picMk id="25" creationId="{6AE2EE5D-E908-02ED-29D6-F70AB850E6D7}"/>
          </ac:picMkLst>
        </pc:picChg>
      </pc:sldChg>
      <pc:sldChg chg="modSp add mod">
        <pc:chgData name="Ranjith Balu" userId="537652d13634ea89" providerId="LiveId" clId="{8FEB1703-91E5-4B3C-890B-1CDBA9277CB0}" dt="2026-03-12T08:43:23.782" v="1496" actId="20577"/>
        <pc:sldMkLst>
          <pc:docMk/>
          <pc:sldMk cId="3152204275" sldId="294"/>
        </pc:sldMkLst>
        <pc:spChg chg="mod">
          <ac:chgData name="Ranjith Balu" userId="537652d13634ea89" providerId="LiveId" clId="{8FEB1703-91E5-4B3C-890B-1CDBA9277CB0}" dt="2026-03-10T18:49:44.284" v="1397" actId="1076"/>
          <ac:spMkLst>
            <pc:docMk/>
            <pc:sldMk cId="3152204275" sldId="294"/>
            <ac:spMk id="2" creationId="{9059FF4B-F338-CBB6-9A51-E8AE06A7C79A}"/>
          </ac:spMkLst>
        </pc:spChg>
        <pc:spChg chg="mod">
          <ac:chgData name="Ranjith Balu" userId="537652d13634ea89" providerId="LiveId" clId="{8FEB1703-91E5-4B3C-890B-1CDBA9277CB0}" dt="2026-03-12T08:43:23.782" v="1496" actId="20577"/>
          <ac:spMkLst>
            <pc:docMk/>
            <pc:sldMk cId="3152204275" sldId="294"/>
            <ac:spMk id="6" creationId="{B3C6AEA8-F33C-60AA-E278-B0987DB0AC9D}"/>
          </ac:spMkLst>
        </pc:spChg>
      </pc:sldChg>
      <pc:sldChg chg="addSp delSp modSp mod">
        <pc:chgData name="Ranjith Balu" userId="537652d13634ea89" providerId="LiveId" clId="{8FEB1703-91E5-4B3C-890B-1CDBA9277CB0}" dt="2026-03-10T18:29:36.726" v="1047" actId="1076"/>
        <pc:sldMkLst>
          <pc:docMk/>
          <pc:sldMk cId="1833594228" sldId="295"/>
        </pc:sldMkLst>
        <pc:spChg chg="mod">
          <ac:chgData name="Ranjith Balu" userId="537652d13634ea89" providerId="LiveId" clId="{8FEB1703-91E5-4B3C-890B-1CDBA9277CB0}" dt="2026-03-10T18:28:12.120" v="1031" actId="20577"/>
          <ac:spMkLst>
            <pc:docMk/>
            <pc:sldMk cId="1833594228" sldId="295"/>
            <ac:spMk id="2" creationId="{F3B2242D-C851-2B01-1278-470CFF7F4C31}"/>
          </ac:spMkLst>
        </pc:spChg>
        <pc:spChg chg="mod">
          <ac:chgData name="Ranjith Balu" userId="537652d13634ea89" providerId="LiveId" clId="{8FEB1703-91E5-4B3C-890B-1CDBA9277CB0}" dt="2026-03-10T18:28:32.408" v="1041" actId="20577"/>
          <ac:spMkLst>
            <pc:docMk/>
            <pc:sldMk cId="1833594228" sldId="295"/>
            <ac:spMk id="4" creationId="{F9E30B3E-3519-4FF0-62D0-5F02DE8D8997}"/>
          </ac:spMkLst>
        </pc:spChg>
        <pc:picChg chg="add mod">
          <ac:chgData name="Ranjith Balu" userId="537652d13634ea89" providerId="LiveId" clId="{8FEB1703-91E5-4B3C-890B-1CDBA9277CB0}" dt="2026-03-10T18:29:36.726" v="1047" actId="1076"/>
          <ac:picMkLst>
            <pc:docMk/>
            <pc:sldMk cId="1833594228" sldId="295"/>
            <ac:picMk id="8" creationId="{385E7E96-2853-93B6-0D49-C24F0C66577A}"/>
          </ac:picMkLst>
        </pc:picChg>
      </pc:sldChg>
      <pc:sldChg chg="modSp add mod">
        <pc:chgData name="Ranjith Balu" userId="537652d13634ea89" providerId="LiveId" clId="{8FEB1703-91E5-4B3C-890B-1CDBA9277CB0}" dt="2026-03-10T18:51:52.785" v="1418" actId="2711"/>
        <pc:sldMkLst>
          <pc:docMk/>
          <pc:sldMk cId="798824459" sldId="307"/>
        </pc:sldMkLst>
        <pc:spChg chg="mod">
          <ac:chgData name="Ranjith Balu" userId="537652d13634ea89" providerId="LiveId" clId="{8FEB1703-91E5-4B3C-890B-1CDBA9277CB0}" dt="2026-03-10T17:53:35.773" v="502" actId="20577"/>
          <ac:spMkLst>
            <pc:docMk/>
            <pc:sldMk cId="798824459" sldId="307"/>
            <ac:spMk id="2" creationId="{210D6022-C4E3-06F9-979B-4D8462A871C3}"/>
          </ac:spMkLst>
        </pc:spChg>
        <pc:spChg chg="mod">
          <ac:chgData name="Ranjith Balu" userId="537652d13634ea89" providerId="LiveId" clId="{8FEB1703-91E5-4B3C-890B-1CDBA9277CB0}" dt="2026-03-10T18:51:52.785" v="1418" actId="2711"/>
          <ac:spMkLst>
            <pc:docMk/>
            <pc:sldMk cId="798824459" sldId="307"/>
            <ac:spMk id="4" creationId="{136924B0-2A98-6ADF-5DEF-01CDECFEB99D}"/>
          </ac:spMkLst>
        </pc:spChg>
      </pc:sldChg>
      <pc:sldChg chg="addSp delSp modSp add mod">
        <pc:chgData name="Ranjith Balu" userId="537652d13634ea89" providerId="LiveId" clId="{8FEB1703-91E5-4B3C-890B-1CDBA9277CB0}" dt="2026-03-10T18:13:56.228" v="908" actId="1076"/>
        <pc:sldMkLst>
          <pc:docMk/>
          <pc:sldMk cId="4187753768" sldId="308"/>
        </pc:sldMkLst>
        <pc:spChg chg="mod">
          <ac:chgData name="Ranjith Balu" userId="537652d13634ea89" providerId="LiveId" clId="{8FEB1703-91E5-4B3C-890B-1CDBA9277CB0}" dt="2026-03-10T18:11:22.587" v="832" actId="1076"/>
          <ac:spMkLst>
            <pc:docMk/>
            <pc:sldMk cId="4187753768" sldId="308"/>
            <ac:spMk id="2" creationId="{274A1038-2D02-FDBE-FBE6-88B186B7195A}"/>
          </ac:spMkLst>
        </pc:spChg>
        <pc:spChg chg="add mod">
          <ac:chgData name="Ranjith Balu" userId="537652d13634ea89" providerId="LiveId" clId="{8FEB1703-91E5-4B3C-890B-1CDBA9277CB0}" dt="2026-03-10T18:13:56.228" v="908" actId="1076"/>
          <ac:spMkLst>
            <pc:docMk/>
            <pc:sldMk cId="4187753768" sldId="308"/>
            <ac:spMk id="14" creationId="{AD4ED729-6646-FBBD-FF80-829B65F47567}"/>
          </ac:spMkLst>
        </pc:spChg>
        <pc:picChg chg="add mod modCrop">
          <ac:chgData name="Ranjith Balu" userId="537652d13634ea89" providerId="LiveId" clId="{8FEB1703-91E5-4B3C-890B-1CDBA9277CB0}" dt="2026-03-10T18:12:38.251" v="861" actId="14100"/>
          <ac:picMkLst>
            <pc:docMk/>
            <pc:sldMk cId="4187753768" sldId="308"/>
            <ac:picMk id="4" creationId="{663125C7-DF09-0791-CD1D-B02BD69EF631}"/>
          </ac:picMkLst>
        </pc:picChg>
        <pc:picChg chg="add mod">
          <ac:chgData name="Ranjith Balu" userId="537652d13634ea89" providerId="LiveId" clId="{8FEB1703-91E5-4B3C-890B-1CDBA9277CB0}" dt="2026-03-10T18:12:52.955" v="864" actId="1076"/>
          <ac:picMkLst>
            <pc:docMk/>
            <pc:sldMk cId="4187753768" sldId="308"/>
            <ac:picMk id="10" creationId="{A745AF27-5E7A-1568-693A-A7B736AC8FA8}"/>
          </ac:picMkLst>
        </pc:picChg>
        <pc:picChg chg="add mod modCrop">
          <ac:chgData name="Ranjith Balu" userId="537652d13634ea89" providerId="LiveId" clId="{8FEB1703-91E5-4B3C-890B-1CDBA9277CB0}" dt="2026-03-10T18:12:33.444" v="860" actId="1076"/>
          <ac:picMkLst>
            <pc:docMk/>
            <pc:sldMk cId="4187753768" sldId="308"/>
            <ac:picMk id="13" creationId="{ADBAB32A-F376-C5E9-587A-495239660BFF}"/>
          </ac:picMkLst>
        </pc:picChg>
      </pc:sldChg>
      <pc:sldChg chg="modSp add mod">
        <pc:chgData name="Ranjith Balu" userId="537652d13634ea89" providerId="LiveId" clId="{8FEB1703-91E5-4B3C-890B-1CDBA9277CB0}" dt="2026-03-10T17:40:44.283" v="342" actId="20577"/>
        <pc:sldMkLst>
          <pc:docMk/>
          <pc:sldMk cId="4108451749" sldId="315"/>
        </pc:sldMkLst>
        <pc:spChg chg="mod">
          <ac:chgData name="Ranjith Balu" userId="537652d13634ea89" providerId="LiveId" clId="{8FEB1703-91E5-4B3C-890B-1CDBA9277CB0}" dt="2026-03-10T17:40:44.283" v="342" actId="20577"/>
          <ac:spMkLst>
            <pc:docMk/>
            <pc:sldMk cId="4108451749" sldId="315"/>
            <ac:spMk id="2" creationId="{46F6CBA8-8719-2C50-4872-284678FB2EDE}"/>
          </ac:spMkLst>
        </pc:spChg>
      </pc:sldChg>
      <pc:sldChg chg="addSp delSp modSp add mod">
        <pc:chgData name="Ranjith Balu" userId="537652d13634ea89" providerId="LiveId" clId="{8FEB1703-91E5-4B3C-890B-1CDBA9277CB0}" dt="2026-03-10T17:41:43.983" v="344" actId="478"/>
        <pc:sldMkLst>
          <pc:docMk/>
          <pc:sldMk cId="1445983705" sldId="319"/>
        </pc:sldMkLst>
        <pc:spChg chg="mod">
          <ac:chgData name="Ranjith Balu" userId="537652d13634ea89" providerId="LiveId" clId="{8FEB1703-91E5-4B3C-890B-1CDBA9277CB0}" dt="2026-03-10T17:39:55.466" v="311"/>
          <ac:spMkLst>
            <pc:docMk/>
            <pc:sldMk cId="1445983705" sldId="319"/>
            <ac:spMk id="2" creationId="{7C03803B-88AF-AABC-6A54-8DC6653AB5A8}"/>
          </ac:spMkLst>
        </pc:spChg>
      </pc:sldChg>
      <pc:sldChg chg="modSp add mod">
        <pc:chgData name="Ranjith Balu" userId="537652d13634ea89" providerId="LiveId" clId="{8FEB1703-91E5-4B3C-890B-1CDBA9277CB0}" dt="2026-03-10T17:40:25.892" v="334" actId="20577"/>
        <pc:sldMkLst>
          <pc:docMk/>
          <pc:sldMk cId="1689673736" sldId="320"/>
        </pc:sldMkLst>
        <pc:spChg chg="mod">
          <ac:chgData name="Ranjith Balu" userId="537652d13634ea89" providerId="LiveId" clId="{8FEB1703-91E5-4B3C-890B-1CDBA9277CB0}" dt="2026-03-10T17:40:25.892" v="334" actId="20577"/>
          <ac:spMkLst>
            <pc:docMk/>
            <pc:sldMk cId="1689673736" sldId="320"/>
            <ac:spMk id="2" creationId="{8920C2D0-DA10-CE65-B277-53367A26594C}"/>
          </ac:spMkLst>
        </pc:spChg>
      </pc:sldChg>
      <pc:sldChg chg="add del">
        <pc:chgData name="Ranjith Balu" userId="537652d13634ea89" providerId="LiveId" clId="{8FEB1703-91E5-4B3C-890B-1CDBA9277CB0}" dt="2026-03-10T18:30:12.183" v="1049" actId="47"/>
        <pc:sldMkLst>
          <pc:docMk/>
          <pc:sldMk cId="2193272217" sldId="326"/>
        </pc:sldMkLst>
      </pc:sldChg>
      <pc:sldChg chg="addSp delSp modSp mod">
        <pc:chgData name="Ranjith Balu" userId="537652d13634ea89" providerId="LiveId" clId="{8FEB1703-91E5-4B3C-890B-1CDBA9277CB0}" dt="2026-03-10T18:54:21.560" v="1448" actId="113"/>
        <pc:sldMkLst>
          <pc:docMk/>
          <pc:sldMk cId="1762667869" sldId="330"/>
        </pc:sldMkLst>
        <pc:spChg chg="mod">
          <ac:chgData name="Ranjith Balu" userId="537652d13634ea89" providerId="LiveId" clId="{8FEB1703-91E5-4B3C-890B-1CDBA9277CB0}" dt="2026-03-10T18:36:22.661" v="1104" actId="1076"/>
          <ac:spMkLst>
            <pc:docMk/>
            <pc:sldMk cId="1762667869" sldId="330"/>
            <ac:spMk id="2" creationId="{CEBD14EE-37E2-8AB7-3BB4-52BDE529F8B4}"/>
          </ac:spMkLst>
        </pc:spChg>
        <pc:spChg chg="mod">
          <ac:chgData name="Ranjith Balu" userId="537652d13634ea89" providerId="LiveId" clId="{8FEB1703-91E5-4B3C-890B-1CDBA9277CB0}" dt="2026-03-10T18:37:50.033" v="1130" actId="14100"/>
          <ac:spMkLst>
            <pc:docMk/>
            <pc:sldMk cId="1762667869" sldId="330"/>
            <ac:spMk id="3" creationId="{2ECC99B8-3BA5-5530-8A14-3E57ADE2AA59}"/>
          </ac:spMkLst>
        </pc:spChg>
        <pc:spChg chg="mod">
          <ac:chgData name="Ranjith Balu" userId="537652d13634ea89" providerId="LiveId" clId="{8FEB1703-91E5-4B3C-890B-1CDBA9277CB0}" dt="2026-03-10T18:54:21.560" v="1448" actId="113"/>
          <ac:spMkLst>
            <pc:docMk/>
            <pc:sldMk cId="1762667869" sldId="330"/>
            <ac:spMk id="10" creationId="{C604A898-F9E3-AD6C-C086-03303B4294C6}"/>
          </ac:spMkLst>
        </pc:spChg>
        <pc:picChg chg="add mod">
          <ac:chgData name="Ranjith Balu" userId="537652d13634ea89" providerId="LiveId" clId="{8FEB1703-91E5-4B3C-890B-1CDBA9277CB0}" dt="2026-03-10T18:37:55.019" v="1131" actId="1076"/>
          <ac:picMkLst>
            <pc:docMk/>
            <pc:sldMk cId="1762667869" sldId="330"/>
            <ac:picMk id="5" creationId="{BD8EDFBF-7D04-028D-15CC-0F529C9968F3}"/>
          </ac:picMkLst>
        </pc:picChg>
        <pc:picChg chg="add mod">
          <ac:chgData name="Ranjith Balu" userId="537652d13634ea89" providerId="LiveId" clId="{8FEB1703-91E5-4B3C-890B-1CDBA9277CB0}" dt="2026-03-10T18:37:57.273" v="1132" actId="1076"/>
          <ac:picMkLst>
            <pc:docMk/>
            <pc:sldMk cId="1762667869" sldId="330"/>
            <ac:picMk id="9" creationId="{1A1CD957-6348-153D-A3EF-A4F9E6541E68}"/>
          </ac:picMkLst>
        </pc:picChg>
        <pc:picChg chg="add mod">
          <ac:chgData name="Ranjith Balu" userId="537652d13634ea89" providerId="LiveId" clId="{8FEB1703-91E5-4B3C-890B-1CDBA9277CB0}" dt="2026-03-10T18:37:59.480" v="1133" actId="1076"/>
          <ac:picMkLst>
            <pc:docMk/>
            <pc:sldMk cId="1762667869" sldId="330"/>
            <ac:picMk id="11" creationId="{244C82BB-4999-EA00-C770-80C7498A81FF}"/>
          </ac:picMkLst>
        </pc:picChg>
      </pc:sldChg>
      <pc:sldChg chg="addSp delSp modSp mod ord">
        <pc:chgData name="Ranjith Balu" userId="537652d13634ea89" providerId="LiveId" clId="{8FEB1703-91E5-4B3C-890B-1CDBA9277CB0}" dt="2026-03-10T18:54:07.672" v="1447" actId="5793"/>
        <pc:sldMkLst>
          <pc:docMk/>
          <pc:sldMk cId="3925063375" sldId="337"/>
        </pc:sldMkLst>
        <pc:spChg chg="mod">
          <ac:chgData name="Ranjith Balu" userId="537652d13634ea89" providerId="LiveId" clId="{8FEB1703-91E5-4B3C-890B-1CDBA9277CB0}" dt="2026-03-10T18:54:07.672" v="1447" actId="5793"/>
          <ac:spMkLst>
            <pc:docMk/>
            <pc:sldMk cId="3925063375" sldId="337"/>
            <ac:spMk id="4" creationId="{29E409F3-C55A-5410-AB1C-D8E3AA0EA54C}"/>
          </ac:spMkLst>
        </pc:spChg>
        <pc:picChg chg="add mod">
          <ac:chgData name="Ranjith Balu" userId="537652d13634ea89" providerId="LiveId" clId="{8FEB1703-91E5-4B3C-890B-1CDBA9277CB0}" dt="2026-03-10T18:24:23.420" v="985" actId="1076"/>
          <ac:picMkLst>
            <pc:docMk/>
            <pc:sldMk cId="3925063375" sldId="337"/>
            <ac:picMk id="5" creationId="{526FBEB9-7765-5DCC-DB1F-891BA0E75ED0}"/>
          </ac:picMkLst>
        </pc:picChg>
      </pc:sldChg>
      <pc:sldChg chg="ord">
        <pc:chgData name="Ranjith Balu" userId="537652d13634ea89" providerId="LiveId" clId="{8FEB1703-91E5-4B3C-890B-1CDBA9277CB0}" dt="2026-03-10T18:44:18.365" v="1244" actId="20578"/>
        <pc:sldMkLst>
          <pc:docMk/>
          <pc:sldMk cId="2440791367" sldId="338"/>
        </pc:sldMkLst>
      </pc:sldChg>
      <pc:sldChg chg="add del">
        <pc:chgData name="Ranjith Balu" userId="537652d13634ea89" providerId="LiveId" clId="{8FEB1703-91E5-4B3C-890B-1CDBA9277CB0}" dt="2026-03-10T18:26:10.989" v="997" actId="47"/>
        <pc:sldMkLst>
          <pc:docMk/>
          <pc:sldMk cId="799271939" sldId="341"/>
        </pc:sldMkLst>
      </pc:sldChg>
      <pc:sldChg chg="addSp delSp modSp mod ord">
        <pc:chgData name="Ranjith Balu" userId="537652d13634ea89" providerId="LiveId" clId="{8FEB1703-91E5-4B3C-890B-1CDBA9277CB0}" dt="2026-03-10T18:23:47.972" v="981" actId="14100"/>
        <pc:sldMkLst>
          <pc:docMk/>
          <pc:sldMk cId="1551601860" sldId="342"/>
        </pc:sldMkLst>
        <pc:picChg chg="add mod">
          <ac:chgData name="Ranjith Balu" userId="537652d13634ea89" providerId="LiveId" clId="{8FEB1703-91E5-4B3C-890B-1CDBA9277CB0}" dt="2026-03-10T18:23:47.972" v="981" actId="14100"/>
          <ac:picMkLst>
            <pc:docMk/>
            <pc:sldMk cId="1551601860" sldId="342"/>
            <ac:picMk id="4" creationId="{F4018993-1DFF-F7E3-5F42-C50F1D9C484C}"/>
          </ac:picMkLst>
        </pc:picChg>
      </pc:sldChg>
      <pc:sldChg chg="addSp delSp modSp mod ord">
        <pc:chgData name="Ranjith Balu" userId="537652d13634ea89" providerId="LiveId" clId="{8FEB1703-91E5-4B3C-890B-1CDBA9277CB0}" dt="2026-03-10T18:25:25.335" v="994" actId="1076"/>
        <pc:sldMkLst>
          <pc:docMk/>
          <pc:sldMk cId="1676498495" sldId="343"/>
        </pc:sldMkLst>
        <pc:picChg chg="add mod">
          <ac:chgData name="Ranjith Balu" userId="537652d13634ea89" providerId="LiveId" clId="{8FEB1703-91E5-4B3C-890B-1CDBA9277CB0}" dt="2026-03-10T18:25:25.335" v="994" actId="1076"/>
          <ac:picMkLst>
            <pc:docMk/>
            <pc:sldMk cId="1676498495" sldId="343"/>
            <ac:picMk id="8" creationId="{550D5F89-7116-67BA-1C3C-91BA2D8D5879}"/>
          </ac:picMkLst>
        </pc:picChg>
      </pc:sldChg>
      <pc:sldChg chg="modSp mod ord">
        <pc:chgData name="Ranjith Balu" userId="537652d13634ea89" providerId="LiveId" clId="{8FEB1703-91E5-4B3C-890B-1CDBA9277CB0}" dt="2026-03-10T18:56:55.941" v="1476" actId="255"/>
        <pc:sldMkLst>
          <pc:docMk/>
          <pc:sldMk cId="2573632826" sldId="344"/>
        </pc:sldMkLst>
        <pc:spChg chg="mod">
          <ac:chgData name="Ranjith Balu" userId="537652d13634ea89" providerId="LiveId" clId="{8FEB1703-91E5-4B3C-890B-1CDBA9277CB0}" dt="2026-03-10T18:21:58.517" v="975" actId="1076"/>
          <ac:spMkLst>
            <pc:docMk/>
            <pc:sldMk cId="2573632826" sldId="344"/>
            <ac:spMk id="2" creationId="{3B4329EA-9BB7-314A-ACBE-72A49DEB430A}"/>
          </ac:spMkLst>
        </pc:spChg>
        <pc:spChg chg="mod">
          <ac:chgData name="Ranjith Balu" userId="537652d13634ea89" providerId="LiveId" clId="{8FEB1703-91E5-4B3C-890B-1CDBA9277CB0}" dt="2026-03-10T18:56:55.941" v="1476" actId="255"/>
          <ac:spMkLst>
            <pc:docMk/>
            <pc:sldMk cId="2573632826" sldId="344"/>
            <ac:spMk id="4" creationId="{B5BB1D9E-C117-B6D3-AB22-1D92BD69992E}"/>
          </ac:spMkLst>
        </pc:spChg>
      </pc:sldChg>
      <pc:sldChg chg="modSp add mod">
        <pc:chgData name="Ranjith Balu" userId="537652d13634ea89" providerId="LiveId" clId="{8FEB1703-91E5-4B3C-890B-1CDBA9277CB0}" dt="2026-03-10T17:26:44.128" v="179" actId="20577"/>
        <pc:sldMkLst>
          <pc:docMk/>
          <pc:sldMk cId="3657227560" sldId="345"/>
        </pc:sldMkLst>
        <pc:spChg chg="mod">
          <ac:chgData name="Ranjith Balu" userId="537652d13634ea89" providerId="LiveId" clId="{8FEB1703-91E5-4B3C-890B-1CDBA9277CB0}" dt="2026-03-10T17:26:44.128" v="179" actId="20577"/>
          <ac:spMkLst>
            <pc:docMk/>
            <pc:sldMk cId="3657227560" sldId="345"/>
            <ac:spMk id="3" creationId="{65122492-F638-1FF1-9F49-EC007BEAA636}"/>
          </ac:spMkLst>
        </pc:spChg>
      </pc:sldChg>
      <pc:sldChg chg="modSp add mod">
        <pc:chgData name="Ranjith Balu" userId="537652d13634ea89" providerId="LiveId" clId="{8FEB1703-91E5-4B3C-890B-1CDBA9277CB0}" dt="2026-03-10T17:39:39.003" v="309" actId="20577"/>
        <pc:sldMkLst>
          <pc:docMk/>
          <pc:sldMk cId="1622634422" sldId="348"/>
        </pc:sldMkLst>
        <pc:spChg chg="mod">
          <ac:chgData name="Ranjith Balu" userId="537652d13634ea89" providerId="LiveId" clId="{8FEB1703-91E5-4B3C-890B-1CDBA9277CB0}" dt="2026-03-10T17:39:39.003" v="309" actId="20577"/>
          <ac:spMkLst>
            <pc:docMk/>
            <pc:sldMk cId="1622634422" sldId="348"/>
            <ac:spMk id="2" creationId="{982F603A-9EED-5CC7-CD75-04E63E84EA2E}"/>
          </ac:spMkLst>
        </pc:spChg>
      </pc:sldChg>
      <pc:sldChg chg="modSp add mod">
        <pc:chgData name="Ranjith Balu" userId="537652d13634ea89" providerId="LiveId" clId="{8FEB1703-91E5-4B3C-890B-1CDBA9277CB0}" dt="2026-03-10T18:51:08.553" v="1404" actId="2711"/>
        <pc:sldMkLst>
          <pc:docMk/>
          <pc:sldMk cId="2311181017" sldId="349"/>
        </pc:sldMkLst>
        <pc:spChg chg="mod">
          <ac:chgData name="Ranjith Balu" userId="537652d13634ea89" providerId="LiveId" clId="{8FEB1703-91E5-4B3C-890B-1CDBA9277CB0}" dt="2026-03-10T17:53:30.595" v="500" actId="20577"/>
          <ac:spMkLst>
            <pc:docMk/>
            <pc:sldMk cId="2311181017" sldId="349"/>
            <ac:spMk id="2" creationId="{F3B2242D-C851-2B01-1278-470CFF7F4C31}"/>
          </ac:spMkLst>
        </pc:spChg>
        <pc:spChg chg="mod">
          <ac:chgData name="Ranjith Balu" userId="537652d13634ea89" providerId="LiveId" clId="{8FEB1703-91E5-4B3C-890B-1CDBA9277CB0}" dt="2026-03-10T18:51:08.553" v="1404" actId="2711"/>
          <ac:spMkLst>
            <pc:docMk/>
            <pc:sldMk cId="2311181017" sldId="349"/>
            <ac:spMk id="4" creationId="{F9E30B3E-3519-4FF0-62D0-5F02DE8D8997}"/>
          </ac:spMkLst>
        </pc:spChg>
      </pc:sldChg>
      <pc:sldChg chg="modSp add mod">
        <pc:chgData name="Ranjith Balu" userId="537652d13634ea89" providerId="LiveId" clId="{8FEB1703-91E5-4B3C-890B-1CDBA9277CB0}" dt="2026-03-10T18:53:24.139" v="1444" actId="1076"/>
        <pc:sldMkLst>
          <pc:docMk/>
          <pc:sldMk cId="515006437" sldId="350"/>
        </pc:sldMkLst>
        <pc:spChg chg="mod">
          <ac:chgData name="Ranjith Balu" userId="537652d13634ea89" providerId="LiveId" clId="{8FEB1703-91E5-4B3C-890B-1CDBA9277CB0}" dt="2026-03-10T17:58:32.315" v="580" actId="20577"/>
          <ac:spMkLst>
            <pc:docMk/>
            <pc:sldMk cId="515006437" sldId="350"/>
            <ac:spMk id="2" creationId="{98982907-F0E9-B3CA-BE62-3B457C7DCFCF}"/>
          </ac:spMkLst>
        </pc:spChg>
        <pc:spChg chg="mod">
          <ac:chgData name="Ranjith Balu" userId="537652d13634ea89" providerId="LiveId" clId="{8FEB1703-91E5-4B3C-890B-1CDBA9277CB0}" dt="2026-03-10T18:53:24.139" v="1444" actId="1076"/>
          <ac:spMkLst>
            <pc:docMk/>
            <pc:sldMk cId="515006437" sldId="350"/>
            <ac:spMk id="4" creationId="{0B0A0902-9988-42AF-0C84-E2C87AA62C7A}"/>
          </ac:spMkLst>
        </pc:spChg>
      </pc:sldChg>
      <pc:sldChg chg="add del">
        <pc:chgData name="Ranjith Balu" userId="537652d13634ea89" providerId="LiveId" clId="{8FEB1703-91E5-4B3C-890B-1CDBA9277CB0}" dt="2026-03-13T16:35:23.792" v="1512" actId="47"/>
        <pc:sldMkLst>
          <pc:docMk/>
          <pc:sldMk cId="3824229180" sldId="351"/>
        </pc:sldMkLst>
      </pc:sldChg>
      <pc:sldChg chg="addSp delSp modSp add mod">
        <pc:chgData name="Ranjith Balu" userId="537652d13634ea89" providerId="LiveId" clId="{8FEB1703-91E5-4B3C-890B-1CDBA9277CB0}" dt="2026-03-10T18:45:13.403" v="1248" actId="1076"/>
        <pc:sldMkLst>
          <pc:docMk/>
          <pc:sldMk cId="224403770" sldId="352"/>
        </pc:sldMkLst>
        <pc:spChg chg="mod">
          <ac:chgData name="Ranjith Balu" userId="537652d13634ea89" providerId="LiveId" clId="{8FEB1703-91E5-4B3C-890B-1CDBA9277CB0}" dt="2026-03-10T18:14:23.415" v="928" actId="20577"/>
          <ac:spMkLst>
            <pc:docMk/>
            <pc:sldMk cId="224403770" sldId="352"/>
            <ac:spMk id="2" creationId="{2F2BFB2B-31C5-3D27-0C8A-34AC67BEB37B}"/>
          </ac:spMkLst>
        </pc:spChg>
        <pc:picChg chg="add mod">
          <ac:chgData name="Ranjith Balu" userId="537652d13634ea89" providerId="LiveId" clId="{8FEB1703-91E5-4B3C-890B-1CDBA9277CB0}" dt="2026-03-10T18:16:09.755" v="938" actId="14100"/>
          <ac:picMkLst>
            <pc:docMk/>
            <pc:sldMk cId="224403770" sldId="352"/>
            <ac:picMk id="7" creationId="{1CE7299B-2B28-59E6-B805-11D3AE5D4349}"/>
          </ac:picMkLst>
        </pc:picChg>
        <pc:picChg chg="add mod">
          <ac:chgData name="Ranjith Balu" userId="537652d13634ea89" providerId="LiveId" clId="{8FEB1703-91E5-4B3C-890B-1CDBA9277CB0}" dt="2026-03-10T18:45:07.313" v="1245" actId="14100"/>
          <ac:picMkLst>
            <pc:docMk/>
            <pc:sldMk cId="224403770" sldId="352"/>
            <ac:picMk id="9" creationId="{0D281DD7-FA07-DAA6-88E0-C39DB68CAC78}"/>
          </ac:picMkLst>
        </pc:picChg>
        <pc:picChg chg="add mod">
          <ac:chgData name="Ranjith Balu" userId="537652d13634ea89" providerId="LiveId" clId="{8FEB1703-91E5-4B3C-890B-1CDBA9277CB0}" dt="2026-03-10T18:45:10.748" v="1246" actId="1076"/>
          <ac:picMkLst>
            <pc:docMk/>
            <pc:sldMk cId="224403770" sldId="352"/>
            <ac:picMk id="15" creationId="{E6695212-021A-5294-3AD9-C9D37ADF1AF9}"/>
          </ac:picMkLst>
        </pc:picChg>
        <pc:picChg chg="add mod">
          <ac:chgData name="Ranjith Balu" userId="537652d13634ea89" providerId="LiveId" clId="{8FEB1703-91E5-4B3C-890B-1CDBA9277CB0}" dt="2026-03-10T18:45:11.889" v="1247" actId="1076"/>
          <ac:picMkLst>
            <pc:docMk/>
            <pc:sldMk cId="224403770" sldId="352"/>
            <ac:picMk id="16" creationId="{ED4958F4-4CF8-C74E-CB01-FDE51FF0A416}"/>
          </ac:picMkLst>
        </pc:picChg>
        <pc:picChg chg="add mod">
          <ac:chgData name="Ranjith Balu" userId="537652d13634ea89" providerId="LiveId" clId="{8FEB1703-91E5-4B3C-890B-1CDBA9277CB0}" dt="2026-03-10T18:45:13.403" v="1248" actId="1076"/>
          <ac:picMkLst>
            <pc:docMk/>
            <pc:sldMk cId="224403770" sldId="352"/>
            <ac:picMk id="17" creationId="{9B4E9D5C-89A9-6C62-C30B-B8F0F9E03357}"/>
          </ac:picMkLst>
        </pc:picChg>
      </pc:sldChg>
      <pc:sldChg chg="addSp delSp modSp add mod">
        <pc:chgData name="Ranjith Balu" userId="537652d13634ea89" providerId="LiveId" clId="{8FEB1703-91E5-4B3C-890B-1CDBA9277CB0}" dt="2026-03-10T18:54:24.946" v="1449" actId="113"/>
        <pc:sldMkLst>
          <pc:docMk/>
          <pc:sldMk cId="684312744" sldId="353"/>
        </pc:sldMkLst>
        <pc:spChg chg="mod">
          <ac:chgData name="Ranjith Balu" userId="537652d13634ea89" providerId="LiveId" clId="{8FEB1703-91E5-4B3C-890B-1CDBA9277CB0}" dt="2026-03-10T18:38:26.390" v="1137"/>
          <ac:spMkLst>
            <pc:docMk/>
            <pc:sldMk cId="684312744" sldId="353"/>
            <ac:spMk id="2" creationId="{3321CE15-4E12-6EBA-A07F-5E5B67C47EAF}"/>
          </ac:spMkLst>
        </pc:spChg>
        <pc:spChg chg="mod">
          <ac:chgData name="Ranjith Balu" userId="537652d13634ea89" providerId="LiveId" clId="{8FEB1703-91E5-4B3C-890B-1CDBA9277CB0}" dt="2026-03-10T18:38:42.346" v="1139" actId="14100"/>
          <ac:spMkLst>
            <pc:docMk/>
            <pc:sldMk cId="684312744" sldId="353"/>
            <ac:spMk id="3" creationId="{0342EF8C-65DF-C94E-D3E5-FFDF3CD9413D}"/>
          </ac:spMkLst>
        </pc:spChg>
        <pc:spChg chg="add mod">
          <ac:chgData name="Ranjith Balu" userId="537652d13634ea89" providerId="LiveId" clId="{8FEB1703-91E5-4B3C-890B-1CDBA9277CB0}" dt="2026-03-10T18:54:24.946" v="1449" actId="113"/>
          <ac:spMkLst>
            <pc:docMk/>
            <pc:sldMk cId="684312744" sldId="353"/>
            <ac:spMk id="6" creationId="{DF905173-3133-6C8E-C700-9660C04F88CB}"/>
          </ac:spMkLst>
        </pc:spChg>
        <pc:picChg chg="add mod">
          <ac:chgData name="Ranjith Balu" userId="537652d13634ea89" providerId="LiveId" clId="{8FEB1703-91E5-4B3C-890B-1CDBA9277CB0}" dt="2026-03-10T18:38:58.088" v="1143" actId="14100"/>
          <ac:picMkLst>
            <pc:docMk/>
            <pc:sldMk cId="684312744" sldId="353"/>
            <ac:picMk id="4" creationId="{8A759320-2A66-AB57-DDA0-4D8C6E6B0FA8}"/>
          </ac:picMkLst>
        </pc:picChg>
        <pc:picChg chg="add mod">
          <ac:chgData name="Ranjith Balu" userId="537652d13634ea89" providerId="LiveId" clId="{8FEB1703-91E5-4B3C-890B-1CDBA9277CB0}" dt="2026-03-10T18:40:25.541" v="1165" actId="1076"/>
          <ac:picMkLst>
            <pc:docMk/>
            <pc:sldMk cId="684312744" sldId="353"/>
            <ac:picMk id="8" creationId="{7DF9020F-4549-489C-24DF-E35A8369CFED}"/>
          </ac:picMkLst>
        </pc:picChg>
        <pc:picChg chg="add mod">
          <ac:chgData name="Ranjith Balu" userId="537652d13634ea89" providerId="LiveId" clId="{8FEB1703-91E5-4B3C-890B-1CDBA9277CB0}" dt="2026-03-10T18:40:33.773" v="1169" actId="14100"/>
          <ac:picMkLst>
            <pc:docMk/>
            <pc:sldMk cId="684312744" sldId="353"/>
            <ac:picMk id="12" creationId="{E9778650-6E5C-0F2D-A503-32EF07BDD77C}"/>
          </ac:picMkLst>
        </pc:picChg>
      </pc:sldChg>
      <pc:sldChg chg="addSp delSp modSp add mod">
        <pc:chgData name="Ranjith Balu" userId="537652d13634ea89" providerId="LiveId" clId="{8FEB1703-91E5-4B3C-890B-1CDBA9277CB0}" dt="2026-03-10T18:54:28.245" v="1450" actId="113"/>
        <pc:sldMkLst>
          <pc:docMk/>
          <pc:sldMk cId="3845958148" sldId="354"/>
        </pc:sldMkLst>
        <pc:spChg chg="mod">
          <ac:chgData name="Ranjith Balu" userId="537652d13634ea89" providerId="LiveId" clId="{8FEB1703-91E5-4B3C-890B-1CDBA9277CB0}" dt="2026-03-10T18:40:53.542" v="1172"/>
          <ac:spMkLst>
            <pc:docMk/>
            <pc:sldMk cId="3845958148" sldId="354"/>
            <ac:spMk id="2" creationId="{A177B02D-BA61-998D-0E38-60E220B97E91}"/>
          </ac:spMkLst>
        </pc:spChg>
        <pc:spChg chg="mod">
          <ac:chgData name="Ranjith Balu" userId="537652d13634ea89" providerId="LiveId" clId="{8FEB1703-91E5-4B3C-890B-1CDBA9277CB0}" dt="2026-03-10T18:43:32.697" v="1241" actId="20577"/>
          <ac:spMkLst>
            <pc:docMk/>
            <pc:sldMk cId="3845958148" sldId="354"/>
            <ac:spMk id="3" creationId="{E264A3EA-40E7-6AB5-DB0C-041CAF1128BB}"/>
          </ac:spMkLst>
        </pc:spChg>
        <pc:spChg chg="mod">
          <ac:chgData name="Ranjith Balu" userId="537652d13634ea89" providerId="LiveId" clId="{8FEB1703-91E5-4B3C-890B-1CDBA9277CB0}" dt="2026-03-10T18:54:28.245" v="1450" actId="113"/>
          <ac:spMkLst>
            <pc:docMk/>
            <pc:sldMk cId="3845958148" sldId="354"/>
            <ac:spMk id="6" creationId="{26742B29-F66E-FCA5-C57B-A4F1A010A6C0}"/>
          </ac:spMkLst>
        </pc:spChg>
        <pc:picChg chg="add mod">
          <ac:chgData name="Ranjith Balu" userId="537652d13634ea89" providerId="LiveId" clId="{8FEB1703-91E5-4B3C-890B-1CDBA9277CB0}" dt="2026-03-10T18:42:21.653" v="1223" actId="14100"/>
          <ac:picMkLst>
            <pc:docMk/>
            <pc:sldMk cId="3845958148" sldId="354"/>
            <ac:picMk id="7" creationId="{6EC392F5-0019-A73B-7F39-DB533137DDC8}"/>
          </ac:picMkLst>
        </pc:picChg>
        <pc:picChg chg="add mod">
          <ac:chgData name="Ranjith Balu" userId="537652d13634ea89" providerId="LiveId" clId="{8FEB1703-91E5-4B3C-890B-1CDBA9277CB0}" dt="2026-03-10T18:42:48.195" v="1229" actId="14100"/>
          <ac:picMkLst>
            <pc:docMk/>
            <pc:sldMk cId="3845958148" sldId="354"/>
            <ac:picMk id="10" creationId="{E4BD60FD-04C6-45D4-1CB1-C8CD37587068}"/>
          </ac:picMkLst>
        </pc:picChg>
        <pc:picChg chg="add mod">
          <ac:chgData name="Ranjith Balu" userId="537652d13634ea89" providerId="LiveId" clId="{8FEB1703-91E5-4B3C-890B-1CDBA9277CB0}" dt="2026-03-10T18:43:04.650" v="1235" actId="1076"/>
          <ac:picMkLst>
            <pc:docMk/>
            <pc:sldMk cId="3845958148" sldId="354"/>
            <ac:picMk id="11" creationId="{E8C6D0B6-152D-F16F-41D3-3201F473044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nji\Downloads\histogramdefectimag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Sheet1!$G$1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Sheet1!$E$2:$E$13</c:f>
              <c:strCache>
                <c:ptCount val="12"/>
                <c:pt idx="0">
                  <c:v>finger</c:v>
                </c:pt>
                <c:pt idx="1">
                  <c:v>crack</c:v>
                </c:pt>
                <c:pt idx="2">
                  <c:v>black_core</c:v>
                </c:pt>
                <c:pt idx="3">
                  <c:v>thick_line</c:v>
                </c:pt>
                <c:pt idx="4">
                  <c:v>horizontal_dislocation</c:v>
                </c:pt>
                <c:pt idx="5">
                  <c:v>short_circuit</c:v>
                </c:pt>
                <c:pt idx="6">
                  <c:v>vertical_dislocation</c:v>
                </c:pt>
                <c:pt idx="7">
                  <c:v>star_crack</c:v>
                </c:pt>
                <c:pt idx="8">
                  <c:v>printing_error</c:v>
                </c:pt>
                <c:pt idx="9">
                  <c:v>corner</c:v>
                </c:pt>
                <c:pt idx="10">
                  <c:v>fragment</c:v>
                </c:pt>
                <c:pt idx="11">
                  <c:v>scratch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22638</c:v>
                </c:pt>
                <c:pt idx="1">
                  <c:v>2797</c:v>
                </c:pt>
                <c:pt idx="2">
                  <c:v>3877</c:v>
                </c:pt>
                <c:pt idx="3">
                  <c:v>1585</c:v>
                </c:pt>
                <c:pt idx="4">
                  <c:v>1582</c:v>
                </c:pt>
                <c:pt idx="5">
                  <c:v>1215</c:v>
                </c:pt>
                <c:pt idx="6">
                  <c:v>271</c:v>
                </c:pt>
                <c:pt idx="7">
                  <c:v>83</c:v>
                </c:pt>
                <c:pt idx="8">
                  <c:v>48</c:v>
                </c:pt>
                <c:pt idx="9">
                  <c:v>12</c:v>
                </c:pt>
                <c:pt idx="10">
                  <c:v>5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F-4F5A-8A27-BA3B5DB977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63417584"/>
        <c:axId val="1463416624"/>
      </c:barChart>
      <c:lineChart>
        <c:grouping val="standar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trainval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Sheet1!$E$2:$E$13</c:f>
              <c:strCache>
                <c:ptCount val="12"/>
                <c:pt idx="0">
                  <c:v>finger</c:v>
                </c:pt>
                <c:pt idx="1">
                  <c:v>crack</c:v>
                </c:pt>
                <c:pt idx="2">
                  <c:v>black_core</c:v>
                </c:pt>
                <c:pt idx="3">
                  <c:v>thick_line</c:v>
                </c:pt>
                <c:pt idx="4">
                  <c:v>horizontal_dislocation</c:v>
                </c:pt>
                <c:pt idx="5">
                  <c:v>short_circuit</c:v>
                </c:pt>
                <c:pt idx="6">
                  <c:v>vertical_dislocation</c:v>
                </c:pt>
                <c:pt idx="7">
                  <c:v>star_crack</c:v>
                </c:pt>
                <c:pt idx="8">
                  <c:v>printing_error</c:v>
                </c:pt>
                <c:pt idx="9">
                  <c:v>corner</c:v>
                </c:pt>
                <c:pt idx="10">
                  <c:v>fragment</c:v>
                </c:pt>
                <c:pt idx="11">
                  <c:v>scratch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2958</c:v>
                </c:pt>
                <c:pt idx="1">
                  <c:v>1260</c:v>
                </c:pt>
                <c:pt idx="2">
                  <c:v>1028</c:v>
                </c:pt>
                <c:pt idx="3">
                  <c:v>981</c:v>
                </c:pt>
                <c:pt idx="4">
                  <c:v>798</c:v>
                </c:pt>
                <c:pt idx="5">
                  <c:v>492</c:v>
                </c:pt>
                <c:pt idx="6">
                  <c:v>137</c:v>
                </c:pt>
                <c:pt idx="7">
                  <c:v>135</c:v>
                </c:pt>
                <c:pt idx="8">
                  <c:v>32</c:v>
                </c:pt>
                <c:pt idx="9">
                  <c:v>9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BF-4F5A-8A27-BA3B5DB977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4998047"/>
        <c:axId val="1334999967"/>
      </c:lineChart>
      <c:catAx>
        <c:axId val="146341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416624"/>
        <c:crosses val="autoZero"/>
        <c:auto val="1"/>
        <c:lblAlgn val="ctr"/>
        <c:lblOffset val="100"/>
        <c:noMultiLvlLbl val="0"/>
      </c:catAx>
      <c:valAx>
        <c:axId val="146341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r>
                  <a:rPr lang="en-GB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Test</a:t>
                </a:r>
                <a:r>
                  <a:rPr lang="en-GB" b="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Image Count</a:t>
                </a:r>
                <a:endParaRPr lang="en-GB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417584"/>
        <c:crosses val="autoZero"/>
        <c:crossBetween val="between"/>
      </c:valAx>
      <c:valAx>
        <c:axId val="13349999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r>
                  <a:rPr lang="en-GB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Trainval Image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4998047"/>
        <c:crosses val="max"/>
        <c:crossBetween val="between"/>
      </c:valAx>
      <c:catAx>
        <c:axId val="13349980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34999967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E71FC-B627-472A-A082-1E534A51FF08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E0764-1BEF-463C-B372-B623F2351A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01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E0764-1BEF-463C-B372-B623F2351AC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570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E0764-1BEF-463C-B372-B623F2351AC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23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A91E-E887-B025-37CD-FCEB40AF2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8C657-4085-A9AC-2DF1-AFF17C712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3C020-7422-B5BB-9B43-24796CF3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C494B-6B06-B001-5267-4D8F8F70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7BADE-F442-0890-DFBC-4F76C902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3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A003-2A44-CB7F-0AB8-4DEE9865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2550A-431C-F713-3A60-918332FD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C5EAD-61CC-ABE7-1B07-F11B9A2B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87E3-3457-FD9A-47AA-B6FD5045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D3761-47F0-49CB-ABDF-8F97E128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08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3ED7-FD20-8D1E-37F6-A57A6EA3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CA26A-950D-C111-878B-B1430EE1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444F7-8282-A347-BC74-0E47D8F3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4AB3-93F5-4B6F-58C9-AE3731FD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2567-90E3-DF0E-C346-A5F0F141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26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EDD1-E291-DE6C-0055-B5AFEA2A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67C2-B85F-8545-8548-5BDDD5166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FE5BF-156A-7043-28C6-2D05C1C29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D0B53-6094-3ED6-BC21-C3872838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10756-7782-E5B2-7CA2-308C916F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F059D-2ECE-023A-5BAA-827C7793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38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E30B-A5DE-9561-C45A-9965EA29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88471-4904-3848-D575-F47AFE5E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A8C35-5E55-C306-0615-5DE79812E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B9FC-747A-5806-0E0D-21902AEA1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9F7DF-8E45-81AD-0F7D-8C999F07C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8D2DB-7F47-743D-1CFE-8AEC22C7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E2994-5EC8-8EB4-AEC6-1153851E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C152C-6D3D-A011-E362-3A48DA87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84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075A-C27E-1831-62B4-F5C81AC5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13ED1-E5B8-0FE6-6E74-AF5071D2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BF5E9-297A-5153-53E9-61E963DC7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5E317-4A50-939D-B9E0-F1263F05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30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D0CC9-3355-9D22-C249-38609CA6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43FCE-0C64-B3A4-4ED6-3F0857D2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B1C4-BE02-089C-69DA-F559C367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7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1037-E0DB-8940-CAB0-7C945334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FFCA-99CC-9C4F-3254-C51582C3E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6ABC5-E3C8-2718-60A6-CB7DB5429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FE71C-8201-300E-5EF1-88F70229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843E8-30DD-59CD-CCAF-DA26889B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AFF4A-AC64-7629-0AA5-9A0BCAE7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18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1FF4-F6DB-3706-D7B4-3C740E21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D15C6-01E4-C76F-AC2B-245DBDAF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8E49E-A5D8-8D0F-33EA-BA4CB7CC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88246-AB67-E115-493D-D80DA199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14A50-994E-705F-5EC2-DC2DDF21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3FF79-FD94-BDEF-CDEA-3D0D3044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18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9976-1089-D8D7-F409-9462D9A8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32011-A693-D323-962E-73BEF746D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58D0-7347-A238-0CBF-FDF86460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A9655-9CC0-B8C0-E0D0-F302DDC9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9DAF0-356B-7DF4-66D2-F3CB2D16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92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F7826-F33F-0280-5CF6-E031A8BB0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CB6AB-A480-3575-0AFD-BBD3DE8FC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A06FC-CCD9-7015-0CCA-F8347F1C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5734E-FF56-A006-4590-0FF19B8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5F607-D21C-A0C8-D953-B0E1F1D0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3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AB0C3-7499-BC7C-17AF-3905A991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D1555-DBFE-238B-853F-D2B6BDAC6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6AF4B-7E73-9AA1-AE85-436FD7CCC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5940A-0FFC-49A8-B34B-AD86C7C120A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39E60-0A71-23A0-111C-3316639CE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4569-1B49-FBCC-061B-AF4CDF378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7C318-4F4E-4D08-86D3-02FF4B2C7F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57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iff"/><Relationship Id="rId5" Type="http://schemas.openxmlformats.org/officeDocument/2006/relationships/image" Target="../media/image12.tiff"/><Relationship Id="rId4" Type="http://schemas.openxmlformats.org/officeDocument/2006/relationships/image" Target="../media/image11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A9D3F-EE0F-0AD6-6FEB-AF42B0FE7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8449" y="2198647"/>
            <a:ext cx="10075101" cy="15077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2.3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19CCE499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ECE002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 Defect Detection and Performance Evaluation Using Luminescence Images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F1819-FDFA-5B47-F740-4ED33FBA2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499" y="4227923"/>
            <a:ext cx="7267657" cy="1794032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      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Akiellan S		  -     	CB.EN.U4CCE22011                 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Ranjith Balu   		  -   	CB.EN.U4CCE22037                          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Thangakumar 	  -  	CB.EN.U4CCE22053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0DB38-0FCF-4812-F8ED-B357CB56D8C6}"/>
              </a:ext>
            </a:extLst>
          </p:cNvPr>
          <p:cNvSpPr txBox="1"/>
          <p:nvPr/>
        </p:nvSpPr>
        <p:spPr>
          <a:xfrm>
            <a:off x="6914508" y="4227923"/>
            <a:ext cx="61658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Appu Rshikesan Paduthol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28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7E3F-6DFB-6BB1-7EDA-AE0FA953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B4DB-86D3-C74B-E545-BDEE68CA1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682"/>
            <a:ext cx="10515600" cy="422561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cell defects reduce panel efficiency and energy output.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slow and not scalable.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to automatically detect defects from EL images.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detected defects with electrical performance parameters.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00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7ABB6D9-5842-D994-4E70-8C732CF52163}"/>
              </a:ext>
            </a:extLst>
          </p:cNvPr>
          <p:cNvSpPr/>
          <p:nvPr/>
        </p:nvSpPr>
        <p:spPr>
          <a:xfrm>
            <a:off x="10035243" y="4099461"/>
            <a:ext cx="1542920" cy="6974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972917-C656-EEC3-C3E0-4A10074D108B}"/>
              </a:ext>
            </a:extLst>
          </p:cNvPr>
          <p:cNvSpPr/>
          <p:nvPr/>
        </p:nvSpPr>
        <p:spPr>
          <a:xfrm>
            <a:off x="7708133" y="4111287"/>
            <a:ext cx="1542920" cy="6974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V Characteristics of a Solar Cell | Off-grid Wizard">
            <a:extLst>
              <a:ext uri="{FF2B5EF4-FFF2-40B4-BE49-F238E27FC236}">
                <a16:creationId xmlns:a16="http://schemas.microsoft.com/office/drawing/2014/main" id="{CE14F5CB-52F5-9C0C-E97D-3A9FC0AC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411" y="4008259"/>
            <a:ext cx="1740804" cy="125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7F2588-23E7-C3CB-3BA7-11B45401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26" y="89517"/>
            <a:ext cx="10409903" cy="79408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91B77-D1CF-1570-0B6B-7436F209C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217" y="2130749"/>
            <a:ext cx="2705233" cy="12374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804661-DABA-EAFA-A44E-081928D76FC1}"/>
              </a:ext>
            </a:extLst>
          </p:cNvPr>
          <p:cNvSpPr txBox="1"/>
          <p:nvPr/>
        </p:nvSpPr>
        <p:spPr>
          <a:xfrm>
            <a:off x="304521" y="1480809"/>
            <a:ext cx="1088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F9E58B-69AF-7B66-004D-CC312F843811}"/>
              </a:ext>
            </a:extLst>
          </p:cNvPr>
          <p:cNvSpPr txBox="1"/>
          <p:nvPr/>
        </p:nvSpPr>
        <p:spPr>
          <a:xfrm>
            <a:off x="7604869" y="1778248"/>
            <a:ext cx="1745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Defects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49DC77-C1CC-8473-D18A-DCAAEEB7CD3D}"/>
              </a:ext>
            </a:extLst>
          </p:cNvPr>
          <p:cNvSpPr txBox="1"/>
          <p:nvPr/>
        </p:nvSpPr>
        <p:spPr>
          <a:xfrm>
            <a:off x="3787753" y="5314377"/>
            <a:ext cx="1046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Curve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31CCDB-0C24-35EA-B770-E85DCE47438E}"/>
              </a:ext>
            </a:extLst>
          </p:cNvPr>
          <p:cNvSpPr txBox="1"/>
          <p:nvPr/>
        </p:nvSpPr>
        <p:spPr>
          <a:xfrm>
            <a:off x="10116134" y="4264532"/>
            <a:ext cx="1396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DF3CC-8F3B-BDC9-42A2-90724800AD4B}"/>
              </a:ext>
            </a:extLst>
          </p:cNvPr>
          <p:cNvSpPr/>
          <p:nvPr/>
        </p:nvSpPr>
        <p:spPr>
          <a:xfrm>
            <a:off x="1769819" y="2202974"/>
            <a:ext cx="1386349" cy="7865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Data Augmentation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3A63B-7A5D-002E-5568-BF654BDDD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04" y="2034287"/>
            <a:ext cx="1090177" cy="10901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A86ADD-0F4B-E27B-CD72-F61028D1F75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156168" y="2596262"/>
            <a:ext cx="324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452DECC-43DE-672C-8E73-E1F6E8AD9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7"/>
          <a:stretch>
            <a:fillRect/>
          </a:stretch>
        </p:blipFill>
        <p:spPr>
          <a:xfrm>
            <a:off x="3474484" y="2034287"/>
            <a:ext cx="1435328" cy="142506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C77CFA1-03C0-0DC4-4760-D68DF271B965}"/>
              </a:ext>
            </a:extLst>
          </p:cNvPr>
          <p:cNvSpPr/>
          <p:nvPr/>
        </p:nvSpPr>
        <p:spPr>
          <a:xfrm>
            <a:off x="5228128" y="2279725"/>
            <a:ext cx="1386349" cy="7865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Object Detection Model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A25D87-4163-0441-1BCF-B4B667EC5F0F}"/>
              </a:ext>
            </a:extLst>
          </p:cNvPr>
          <p:cNvCxnSpPr>
            <a:cxnSpLocks/>
          </p:cNvCxnSpPr>
          <p:nvPr/>
        </p:nvCxnSpPr>
        <p:spPr>
          <a:xfrm>
            <a:off x="4734553" y="2647064"/>
            <a:ext cx="490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FA69D0-26E0-B568-71B7-EA49B04E6E16}"/>
              </a:ext>
            </a:extLst>
          </p:cNvPr>
          <p:cNvCxnSpPr>
            <a:cxnSpLocks/>
          </p:cNvCxnSpPr>
          <p:nvPr/>
        </p:nvCxnSpPr>
        <p:spPr>
          <a:xfrm>
            <a:off x="6614477" y="2647064"/>
            <a:ext cx="608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BEFE1EB-4825-B0B1-DF6E-216B880EDBA5}"/>
              </a:ext>
            </a:extLst>
          </p:cNvPr>
          <p:cNvSpPr/>
          <p:nvPr/>
        </p:nvSpPr>
        <p:spPr>
          <a:xfrm>
            <a:off x="10583526" y="2293948"/>
            <a:ext cx="1460611" cy="9247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Analysis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EF6A3-208B-60D7-A2C9-79CD3099A223}"/>
              </a:ext>
            </a:extLst>
          </p:cNvPr>
          <p:cNvSpPr txBox="1"/>
          <p:nvPr/>
        </p:nvSpPr>
        <p:spPr>
          <a:xfrm>
            <a:off x="7730034" y="4185339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</a:t>
            </a:r>
          </a:p>
        </p:txBody>
      </p: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6FF3AEDE-FC84-CA30-2661-AD6067654C28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277540" y="2596262"/>
            <a:ext cx="492279" cy="5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B8EB004B-9035-B591-829D-DFAE013A83C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736865" y="4460029"/>
            <a:ext cx="9712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A4430475-6680-68D3-99C1-35CD58E12C2A}"/>
              </a:ext>
            </a:extLst>
          </p:cNvPr>
          <p:cNvCxnSpPr>
            <a:stCxn id="6" idx="3"/>
            <a:endCxn id="62" idx="1"/>
          </p:cNvCxnSpPr>
          <p:nvPr/>
        </p:nvCxnSpPr>
        <p:spPr>
          <a:xfrm>
            <a:off x="9830450" y="2749468"/>
            <a:ext cx="753076" cy="6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346EAB67-783F-610B-9080-EBB3BA202ABF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9251053" y="4448203"/>
            <a:ext cx="784190" cy="11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9" name="TextBox 1078">
            <a:extLst>
              <a:ext uri="{FF2B5EF4-FFF2-40B4-BE49-F238E27FC236}">
                <a16:creationId xmlns:a16="http://schemas.microsoft.com/office/drawing/2014/main" id="{DB7272B4-E9C8-BDC5-ED42-7924BD0A0AAB}"/>
              </a:ext>
            </a:extLst>
          </p:cNvPr>
          <p:cNvSpPr txBox="1"/>
          <p:nvPr/>
        </p:nvSpPr>
        <p:spPr>
          <a:xfrm>
            <a:off x="3383723" y="3698521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Parameters</a:t>
            </a:r>
          </a:p>
        </p:txBody>
      </p:sp>
      <p:pic>
        <p:nvPicPr>
          <p:cNvPr id="21" name="Picture 20" descr="A close-up of a film&#10;&#10;AI-generated content may be incorrect.">
            <a:extLst>
              <a:ext uri="{FF2B5EF4-FFF2-40B4-BE49-F238E27FC236}">
                <a16:creationId xmlns:a16="http://schemas.microsoft.com/office/drawing/2014/main" id="{98AB2AF3-8A1E-230B-944C-E02A4B5549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1" y="4012621"/>
            <a:ext cx="1078960" cy="107896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BDAA445-49FA-780E-5F34-3D1D0997913A}"/>
              </a:ext>
            </a:extLst>
          </p:cNvPr>
          <p:cNvSpPr txBox="1"/>
          <p:nvPr/>
        </p:nvSpPr>
        <p:spPr>
          <a:xfrm>
            <a:off x="457609" y="3497401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4CB417-8528-0EFB-238E-308DB32718A2}"/>
              </a:ext>
            </a:extLst>
          </p:cNvPr>
          <p:cNvSpPr/>
          <p:nvPr/>
        </p:nvSpPr>
        <p:spPr>
          <a:xfrm>
            <a:off x="1844556" y="4111287"/>
            <a:ext cx="1386349" cy="7865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026C5D-01D7-BDD9-CD8C-DEC677D49938}"/>
              </a:ext>
            </a:extLst>
          </p:cNvPr>
          <p:cNvCxnSpPr>
            <a:cxnSpLocks/>
          </p:cNvCxnSpPr>
          <p:nvPr/>
        </p:nvCxnSpPr>
        <p:spPr>
          <a:xfrm>
            <a:off x="1393281" y="4552101"/>
            <a:ext cx="451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ACFEDC8-041A-EA43-E3C9-233BE9F39351}"/>
              </a:ext>
            </a:extLst>
          </p:cNvPr>
          <p:cNvCxnSpPr>
            <a:cxnSpLocks/>
          </p:cNvCxnSpPr>
          <p:nvPr/>
        </p:nvCxnSpPr>
        <p:spPr>
          <a:xfrm>
            <a:off x="3235454" y="4555202"/>
            <a:ext cx="2453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BC092A8-1B59-3801-BCD4-01E7C327C010}"/>
              </a:ext>
            </a:extLst>
          </p:cNvPr>
          <p:cNvSpPr/>
          <p:nvPr/>
        </p:nvSpPr>
        <p:spPr>
          <a:xfrm>
            <a:off x="5347004" y="4111287"/>
            <a:ext cx="1386349" cy="7865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Correlation Analysis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FA5425-AB30-24A4-6859-DB7B1FC73A84}"/>
              </a:ext>
            </a:extLst>
          </p:cNvPr>
          <p:cNvCxnSpPr>
            <a:cxnSpLocks/>
          </p:cNvCxnSpPr>
          <p:nvPr/>
        </p:nvCxnSpPr>
        <p:spPr>
          <a:xfrm>
            <a:off x="5061098" y="4571472"/>
            <a:ext cx="285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FE4951B-CB68-0901-DECE-095A38737C47}"/>
              </a:ext>
            </a:extLst>
          </p:cNvPr>
          <p:cNvCxnSpPr>
            <a:cxnSpLocks/>
            <a:stCxn id="6" idx="2"/>
            <a:endCxn id="47" idx="0"/>
          </p:cNvCxnSpPr>
          <p:nvPr/>
        </p:nvCxnSpPr>
        <p:spPr>
          <a:xfrm rot="5400000">
            <a:off x="6887457" y="2520909"/>
            <a:ext cx="743101" cy="24376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99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9D2D510-FA2B-C824-1797-5DA1A8506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541" y="1525111"/>
            <a:ext cx="1918437" cy="1946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05A39-D6C9-28AA-6CF6-0E88CF1C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025" y="17134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Dataset Details - PVELAD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7B108-FC1C-4710-EAD7-B406D4A6DA3E}"/>
              </a:ext>
            </a:extLst>
          </p:cNvPr>
          <p:cNvSpPr txBox="1"/>
          <p:nvPr/>
        </p:nvSpPr>
        <p:spPr>
          <a:xfrm>
            <a:off x="10621288" y="3553892"/>
            <a:ext cx="183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A969A-E379-192D-C5A7-080F2CDA6FDC}"/>
              </a:ext>
            </a:extLst>
          </p:cNvPr>
          <p:cNvSpPr txBox="1"/>
          <p:nvPr/>
        </p:nvSpPr>
        <p:spPr>
          <a:xfrm>
            <a:off x="8316500" y="3556050"/>
            <a:ext cx="183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4A2EDD3-1C3A-9BA2-B958-2534756F0B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9002940"/>
              </p:ext>
            </p:extLst>
          </p:nvPr>
        </p:nvGraphicFramePr>
        <p:xfrm>
          <a:off x="-110199" y="1729217"/>
          <a:ext cx="7909740" cy="4388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AD51680E-D856-B644-F009-AABECC557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8132" y="1525112"/>
            <a:ext cx="1940493" cy="19573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6C39848-402A-5420-1FE2-30E0B15A8703}"/>
              </a:ext>
            </a:extLst>
          </p:cNvPr>
          <p:cNvGrpSpPr/>
          <p:nvPr/>
        </p:nvGrpSpPr>
        <p:grpSpPr>
          <a:xfrm>
            <a:off x="7799541" y="3999002"/>
            <a:ext cx="2229222" cy="2359234"/>
            <a:chOff x="8937885" y="3923224"/>
            <a:chExt cx="2229222" cy="23592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D5CB4F-DA22-BC5B-C70D-83E4A9DC930A}"/>
                </a:ext>
              </a:extLst>
            </p:cNvPr>
            <p:cNvSpPr txBox="1"/>
            <p:nvPr/>
          </p:nvSpPr>
          <p:spPr>
            <a:xfrm>
              <a:off x="9333087" y="5913126"/>
              <a:ext cx="1834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Thick Line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1850941-CA57-033F-51F3-4C33E021A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37885" y="3923224"/>
              <a:ext cx="1940493" cy="1940493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EB0963-47B4-CE6C-8A0D-200A34A0E204}"/>
              </a:ext>
            </a:extLst>
          </p:cNvPr>
          <p:cNvGrpSpPr/>
          <p:nvPr/>
        </p:nvGrpSpPr>
        <p:grpSpPr>
          <a:xfrm>
            <a:off x="9879164" y="4008003"/>
            <a:ext cx="2145821" cy="2332038"/>
            <a:chOff x="7841470" y="3797084"/>
            <a:chExt cx="1969460" cy="2222541"/>
          </a:xfrm>
        </p:grpSpPr>
        <p:pic>
          <p:nvPicPr>
            <p:cNvPr id="25" name="Picture 24" descr="A black and white photo of a television screen&#10;&#10;AI-generated content may be incorrect.">
              <a:extLst>
                <a:ext uri="{FF2B5EF4-FFF2-40B4-BE49-F238E27FC236}">
                  <a16:creationId xmlns:a16="http://schemas.microsoft.com/office/drawing/2014/main" id="{6AE2EE5D-E908-02ED-29D6-F70AB850E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1470" y="3797084"/>
              <a:ext cx="1969460" cy="184367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09C096-1487-926B-7863-72B299C39589}"/>
                </a:ext>
              </a:extLst>
            </p:cNvPr>
            <p:cNvSpPr txBox="1"/>
            <p:nvPr/>
          </p:nvSpPr>
          <p:spPr>
            <a:xfrm>
              <a:off x="7883677" y="5667634"/>
              <a:ext cx="1834020" cy="351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15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5A39-D6C9-28AA-6CF6-0E88CF1C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4" y="21481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Dataset Details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5122492-F638-1FF1-9F49-EC007BEAA63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6372" y="1724977"/>
                <a:ext cx="6745127" cy="4124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61,786 EL images – 44,372 after preprocessing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were mixed and unlabeled with no proper separation of images of different types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contained irregular images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Attached CSV file with electrical parameters for each image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mp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mp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6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oc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sc</m:t>
                        </m:r>
                      </m:sub>
                    </m:sSub>
                  </m:oMath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5122492-F638-1FF1-9F49-EC007BEAA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6372" y="1724977"/>
                <a:ext cx="6745127" cy="4124334"/>
              </a:xfrm>
              <a:prstGeom prst="rect">
                <a:avLst/>
              </a:prstGeom>
              <a:blipFill>
                <a:blip r:embed="rId2"/>
                <a:stretch>
                  <a:fillRect l="-1355" t="-886" r="-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and white square with a black border&#10;&#10;AI-generated content may be incorrect.">
            <a:extLst>
              <a:ext uri="{FF2B5EF4-FFF2-40B4-BE49-F238E27FC236}">
                <a16:creationId xmlns:a16="http://schemas.microsoft.com/office/drawing/2014/main" id="{DBBFA6E7-E40D-CA24-22C6-55AA0633D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762" y="1740430"/>
            <a:ext cx="1574157" cy="1574157"/>
          </a:xfrm>
          <a:prstGeom prst="rect">
            <a:avLst/>
          </a:prstGeom>
        </p:spPr>
      </p:pic>
      <p:pic>
        <p:nvPicPr>
          <p:cNvPr id="10" name="Picture 9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C7BEA819-08F2-F466-9804-CE04F4EED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182" y="1740429"/>
            <a:ext cx="1574157" cy="1574157"/>
          </a:xfrm>
          <a:prstGeom prst="rect">
            <a:avLst/>
          </a:prstGeom>
        </p:spPr>
      </p:pic>
      <p:pic>
        <p:nvPicPr>
          <p:cNvPr id="14" name="Picture 13" descr="A black and white photo of a film strip&#10;&#10;AI-generated content may be incorrect.">
            <a:extLst>
              <a:ext uri="{FF2B5EF4-FFF2-40B4-BE49-F238E27FC236}">
                <a16:creationId xmlns:a16="http://schemas.microsoft.com/office/drawing/2014/main" id="{EB3DC38E-D59B-C623-C9C5-D0B509179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762" y="3787144"/>
            <a:ext cx="1574157" cy="1574157"/>
          </a:xfrm>
          <a:prstGeom prst="rect">
            <a:avLst/>
          </a:prstGeom>
        </p:spPr>
      </p:pic>
      <p:pic>
        <p:nvPicPr>
          <p:cNvPr id="18" name="Picture 17" descr="A close-up of a graph&#10;&#10;AI-generated content may be incorrect.">
            <a:extLst>
              <a:ext uri="{FF2B5EF4-FFF2-40B4-BE49-F238E27FC236}">
                <a16:creationId xmlns:a16="http://schemas.microsoft.com/office/drawing/2014/main" id="{B5C2C1FA-626B-463C-BB29-4F3A14742A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182" y="3787144"/>
            <a:ext cx="1574157" cy="157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454C-84C5-AC95-5988-E30F65EDF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603A-9EED-5CC7-CD75-04E63E84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241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the Dataset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C94DB90-6E0F-A98B-4ADB-168488B90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26" y="1638748"/>
            <a:ext cx="1181374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all images with 2 solar cells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8A5051-2F15-453D-6639-FDA6FA699CE3}"/>
              </a:ext>
            </a:extLst>
          </p:cNvPr>
          <p:cNvCxnSpPr>
            <a:cxnSpLocks/>
          </p:cNvCxnSpPr>
          <p:nvPr/>
        </p:nvCxnSpPr>
        <p:spPr>
          <a:xfrm flipV="1">
            <a:off x="2504387" y="4322045"/>
            <a:ext cx="1624822" cy="18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A graph of a curve&#10;&#10;AI-generated content may be incorrect.">
            <a:extLst>
              <a:ext uri="{FF2B5EF4-FFF2-40B4-BE49-F238E27FC236}">
                <a16:creationId xmlns:a16="http://schemas.microsoft.com/office/drawing/2014/main" id="{80D11DAE-CEBF-A811-C651-C001C861E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585" y="2885232"/>
            <a:ext cx="6992281" cy="253581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7E54D47-AC27-ED87-B87D-B48CEB15C377}"/>
              </a:ext>
            </a:extLst>
          </p:cNvPr>
          <p:cNvGrpSpPr/>
          <p:nvPr/>
        </p:nvGrpSpPr>
        <p:grpSpPr>
          <a:xfrm>
            <a:off x="401802" y="2562066"/>
            <a:ext cx="2077990" cy="2944924"/>
            <a:chOff x="401802" y="2562066"/>
            <a:chExt cx="2077990" cy="29449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450AD9-AE13-49D0-B4C3-7AB65C4ECEB1}"/>
                </a:ext>
              </a:extLst>
            </p:cNvPr>
            <p:cNvSpPr txBox="1"/>
            <p:nvPr/>
          </p:nvSpPr>
          <p:spPr>
            <a:xfrm>
              <a:off x="728134" y="2562066"/>
              <a:ext cx="1425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Images with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solar cells</a:t>
              </a:r>
            </a:p>
          </p:txBody>
        </p:sp>
        <p:pic>
          <p:nvPicPr>
            <p:cNvPr id="26" name="Picture 25" descr="A close-up of a screen&#10;&#10;AI-generated content may be incorrect.">
              <a:extLst>
                <a:ext uri="{FF2B5EF4-FFF2-40B4-BE49-F238E27FC236}">
                  <a16:creationId xmlns:a16="http://schemas.microsoft.com/office/drawing/2014/main" id="{1CD79205-2A8F-80DB-0D82-562408BAB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802" y="3429000"/>
              <a:ext cx="2077990" cy="2077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263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6866E-8F72-0E85-1FDE-84F51A269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803B-88AF-AABC-6A54-8DC6653A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241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the Dataset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065E56-8AA3-4042-EF27-3D7AF1DF4E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26" y="1376835"/>
            <a:ext cx="1181374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images with 3, 4 and 5 busbars; busbars with higher configurations were deleted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4A231E-7686-CD9A-E1E7-634BDB652CF9}"/>
              </a:ext>
            </a:extLst>
          </p:cNvPr>
          <p:cNvGrpSpPr/>
          <p:nvPr/>
        </p:nvGrpSpPr>
        <p:grpSpPr>
          <a:xfrm>
            <a:off x="392922" y="2976235"/>
            <a:ext cx="11609952" cy="2504930"/>
            <a:chOff x="363638" y="2040812"/>
            <a:chExt cx="11609952" cy="2504930"/>
          </a:xfrm>
        </p:grpSpPr>
        <p:pic>
          <p:nvPicPr>
            <p:cNvPr id="18" name="Picture 17" descr="A close-up of a screen&#10;&#10;AI-generated content may be incorrect.">
              <a:extLst>
                <a:ext uri="{FF2B5EF4-FFF2-40B4-BE49-F238E27FC236}">
                  <a16:creationId xmlns:a16="http://schemas.microsoft.com/office/drawing/2014/main" id="{A7BBBCE0-E290-9AC4-6F1D-6E957C3D7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0670" y="2318240"/>
              <a:ext cx="1692920" cy="1789300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C2141D2-7F2A-6C84-32FE-154B9EC0B969}"/>
                </a:ext>
              </a:extLst>
            </p:cNvPr>
            <p:cNvGrpSpPr/>
            <p:nvPr/>
          </p:nvGrpSpPr>
          <p:grpSpPr>
            <a:xfrm>
              <a:off x="363638" y="2040812"/>
              <a:ext cx="9142231" cy="2504930"/>
              <a:chOff x="1371546" y="2055106"/>
              <a:chExt cx="9142231" cy="2504930"/>
            </a:xfrm>
          </p:grpSpPr>
          <p:pic>
            <p:nvPicPr>
              <p:cNvPr id="13" name="Picture 12" descr="A close-up of a film strip&#10;&#10;AI-generated content may be incorrect.">
                <a:extLst>
                  <a:ext uri="{FF2B5EF4-FFF2-40B4-BE49-F238E27FC236}">
                    <a16:creationId xmlns:a16="http://schemas.microsoft.com/office/drawing/2014/main" id="{E8487101-193E-2089-D12C-7F4BB5874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71546" y="2513859"/>
                <a:ext cx="1613858" cy="1613858"/>
              </a:xfrm>
              <a:prstGeom prst="rect">
                <a:avLst/>
              </a:prstGeom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EF87AB6-DD75-AAAE-D100-A02952830AFB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 flipV="1">
                <a:off x="2985404" y="3309910"/>
                <a:ext cx="846460" cy="108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0" name="Picture 19" descr="A graph of a busbar detection&#10;&#10;AI-generated content may be incorrect.">
                <a:extLst>
                  <a:ext uri="{FF2B5EF4-FFF2-40B4-BE49-F238E27FC236}">
                    <a16:creationId xmlns:a16="http://schemas.microsoft.com/office/drawing/2014/main" id="{329F5FD9-1657-5C81-4067-647F61664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3311" y="2055106"/>
                <a:ext cx="6520466" cy="2504930"/>
              </a:xfrm>
              <a:prstGeom prst="rect">
                <a:avLst/>
              </a:prstGeom>
            </p:spPr>
          </p:pic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95666D-B6E9-849F-06B5-DFE249F37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210" y="3287838"/>
              <a:ext cx="846460" cy="108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598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126E-6CDE-BEEF-2940-87018E0A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C2D0-DA10-CE65-B277-53367A26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241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the Dataset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E6BFDA-49F5-96D0-3B50-0453D892A2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26" y="1576888"/>
            <a:ext cx="1181374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clipped-corner images using zoom</a:t>
            </a:r>
          </a:p>
        </p:txBody>
      </p:sp>
      <p:pic>
        <p:nvPicPr>
          <p:cNvPr id="14" name="Picture 13" descr="A collage of images of a person and person&#10;&#10;AI-generated content may be incorrect.">
            <a:extLst>
              <a:ext uri="{FF2B5EF4-FFF2-40B4-BE49-F238E27FC236}">
                <a16:creationId xmlns:a16="http://schemas.microsoft.com/office/drawing/2014/main" id="{95E9A30D-FE9C-C2F8-DAC1-4E6FBC39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45" y="2579256"/>
            <a:ext cx="9730378" cy="342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3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404F-F63E-E3C4-7622-41C24C55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CBA8-8719-2C50-4872-284678FB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241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Image Samples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4BB53A-4AD5-0890-60F6-526D47623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5" y="1976999"/>
            <a:ext cx="3594021" cy="3430657"/>
          </a:xfrm>
          <a:prstGeom prst="rect">
            <a:avLst/>
          </a:prstGeom>
        </p:spPr>
      </p:pic>
      <p:pic>
        <p:nvPicPr>
          <p:cNvPr id="11" name="Picture 10" descr="A screenshot of a cell number&#10;&#10;AI-generated content may be incorrect.">
            <a:extLst>
              <a:ext uri="{FF2B5EF4-FFF2-40B4-BE49-F238E27FC236}">
                <a16:creationId xmlns:a16="http://schemas.microsoft.com/office/drawing/2014/main" id="{21D2D694-9EF9-7400-BF90-9E7D40D0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676" y="1977000"/>
            <a:ext cx="3635133" cy="3430656"/>
          </a:xfrm>
          <a:prstGeom prst="rect">
            <a:avLst/>
          </a:prstGeom>
        </p:spPr>
      </p:pic>
      <p:pic>
        <p:nvPicPr>
          <p:cNvPr id="16" name="Picture 15" descr="A screenshot of a cell number&#10;&#10;AI-generated content may be incorrect.">
            <a:extLst>
              <a:ext uri="{FF2B5EF4-FFF2-40B4-BE49-F238E27FC236}">
                <a16:creationId xmlns:a16="http://schemas.microsoft.com/office/drawing/2014/main" id="{9407BB26-A455-B532-EB3E-C2EF6DE3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229" y="1976999"/>
            <a:ext cx="3706333" cy="34306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EF32B8-FF4B-6C10-B843-EEBE9A4AB606}"/>
              </a:ext>
            </a:extLst>
          </p:cNvPr>
          <p:cNvSpPr txBox="1"/>
          <p:nvPr/>
        </p:nvSpPr>
        <p:spPr>
          <a:xfrm>
            <a:off x="1721688" y="1581411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busbars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A1963-3722-C4D7-B2F4-D284DFA091C7}"/>
              </a:ext>
            </a:extLst>
          </p:cNvPr>
          <p:cNvSpPr txBox="1"/>
          <p:nvPr/>
        </p:nvSpPr>
        <p:spPr>
          <a:xfrm>
            <a:off x="5564443" y="1581411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busbars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FE03A-E0C3-E59C-1590-9B47F6BE68B4}"/>
              </a:ext>
            </a:extLst>
          </p:cNvPr>
          <p:cNvSpPr txBox="1"/>
          <p:nvPr/>
        </p:nvSpPr>
        <p:spPr>
          <a:xfrm>
            <a:off x="9345838" y="1581411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busbars</a:t>
            </a:r>
          </a:p>
        </p:txBody>
      </p:sp>
    </p:spTree>
    <p:extLst>
      <p:ext uri="{BB962C8B-B14F-4D97-AF65-F5344CB8AC3E}">
        <p14:creationId xmlns:p14="http://schemas.microsoft.com/office/powerpoint/2010/main" val="410845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454C-84C5-AC95-5988-E30F65EDF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603A-9EED-5CC7-CD75-04E63E84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395" y="35259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Carried Out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C94DB90-6E0F-A98B-4ADB-168488B90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395" y="1890743"/>
            <a:ext cx="1079720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Resizing to 256x256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NLM denoising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CLAHE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Unsharp Masking for Edge Sharpening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Closing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53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65D4-47D3-9086-8218-729FCD13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FF4B-F338-CBB6-9A51-E8AE06A7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18" y="-969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Carried Out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C6AEA8-F33C-60AA-E278-B0987DB0A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396" y="1716976"/>
            <a:ext cx="10797209" cy="4359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techniques performed:</a:t>
            </a:r>
          </a:p>
          <a:p>
            <a:pPr marL="0" indent="0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and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Vertical Flipping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brightness and contrast adjustment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Rotation, Translation, Shear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augmentation during training</a:t>
            </a:r>
          </a:p>
        </p:txBody>
      </p:sp>
    </p:spTree>
    <p:extLst>
      <p:ext uri="{BB962C8B-B14F-4D97-AF65-F5344CB8AC3E}">
        <p14:creationId xmlns:p14="http://schemas.microsoft.com/office/powerpoint/2010/main" val="315220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EFF4-C5CF-E659-4A5B-C28AFFF7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242D-C851-2B01-1278-470CFF7F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– Classification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0B3E-3519-4FF0-62D0-5F02DE8D8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53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– Classification using ResNet50 model</a:t>
            </a:r>
          </a:p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EL images as Good or Defective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the preprocessed open-source dataset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defect-free panels before localisation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181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23A8-D2E0-07CA-4D2B-54D86540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6022-C4E3-06F9-979B-4D8462A8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50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– Localisation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924B0-2A98-6ADF-5DEF-01CDECFEB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– Localisation using YOLO model</a:t>
            </a:r>
          </a:p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defect regions using bounding boxes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the open-source dataset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specific defect regions like cracks, thick line and finger defects.</a:t>
            </a:r>
          </a:p>
        </p:txBody>
      </p:sp>
    </p:spTree>
    <p:extLst>
      <p:ext uri="{BB962C8B-B14F-4D97-AF65-F5344CB8AC3E}">
        <p14:creationId xmlns:p14="http://schemas.microsoft.com/office/powerpoint/2010/main" val="79882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DCB7-2D33-C294-2CC8-231B6231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2907-F0E9-B3CA-BE62-3B457C7D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– Performance Estimation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A0902-9988-42AF-0C84-E2C87AA62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208"/>
            <a:ext cx="10515600" cy="4351338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– Performance Estimation using EfficientNetB0 model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features from EL images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branches: Image Input + Tabular Input; Tabular input consists of 19 features: 16 image-derived features + 3 defect counts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the industry dataset and predicts electrical parameters</a:t>
            </a:r>
          </a:p>
        </p:txBody>
      </p:sp>
    </p:spTree>
    <p:extLst>
      <p:ext uri="{BB962C8B-B14F-4D97-AF65-F5344CB8AC3E}">
        <p14:creationId xmlns:p14="http://schemas.microsoft.com/office/powerpoint/2010/main" val="515006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A52E-3B76-7FB2-A5AE-E3FA1E75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1038-2D02-FDBE-FBE6-88B186B7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23" y="-26973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Classification using ResNet50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125C7-DF09-0791-CD1D-B02BD69E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479"/>
          <a:stretch>
            <a:fillRect/>
          </a:stretch>
        </p:blipFill>
        <p:spPr>
          <a:xfrm>
            <a:off x="423372" y="645204"/>
            <a:ext cx="4421340" cy="3145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45AF27-5E7A-1568-693A-A7B736AC8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285" y="2662368"/>
            <a:ext cx="5740135" cy="3601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BAB32A-F376-C5E9-587A-495239660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83"/>
          <a:stretch>
            <a:fillRect/>
          </a:stretch>
        </p:blipFill>
        <p:spPr>
          <a:xfrm>
            <a:off x="311064" y="3714831"/>
            <a:ext cx="4533647" cy="3143169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D4ED729-6646-FBBD-FF80-829B65F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556" y="1316083"/>
            <a:ext cx="3806043" cy="901874"/>
          </a:xfrm>
        </p:spPr>
        <p:txBody>
          <a:bodyPr>
            <a:noAutofit/>
          </a:bodyPr>
          <a:lstStyle/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97.30%</a:t>
            </a:r>
          </a:p>
        </p:txBody>
      </p:sp>
    </p:spTree>
    <p:extLst>
      <p:ext uri="{BB962C8B-B14F-4D97-AF65-F5344CB8AC3E}">
        <p14:creationId xmlns:p14="http://schemas.microsoft.com/office/powerpoint/2010/main" val="4187753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C8052-C885-1065-F6CA-ECA0B48C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FB2B-31C5-3D27-0C8A-34AC67BEB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23" y="-26973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Localisation using YOLOv8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7299B-2B28-59E6-B805-11D3AE5D4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40" y="850710"/>
            <a:ext cx="5533427" cy="3705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81DD7-FA07-DAA6-88E0-C39DB68CA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24" y="4556452"/>
            <a:ext cx="6546028" cy="2357531"/>
          </a:xfrm>
          <a:prstGeom prst="rect">
            <a:avLst/>
          </a:prstGeom>
        </p:spPr>
      </p:pic>
      <p:pic>
        <p:nvPicPr>
          <p:cNvPr id="15" name="Picture 14" descr="A close-up of a crack&#10;&#10;AI-generated content may be incorrect.">
            <a:extLst>
              <a:ext uri="{FF2B5EF4-FFF2-40B4-BE49-F238E27FC236}">
                <a16:creationId xmlns:a16="http://schemas.microsoft.com/office/drawing/2014/main" id="{E6695212-021A-5294-3AD9-C9D37ADF1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632" y="4035905"/>
            <a:ext cx="2418861" cy="2418861"/>
          </a:xfrm>
          <a:prstGeom prst="rect">
            <a:avLst/>
          </a:prstGeom>
        </p:spPr>
      </p:pic>
      <p:pic>
        <p:nvPicPr>
          <p:cNvPr id="16" name="Picture 15" descr="A close-up of a finger&#10;&#10;AI-generated content may be incorrect.">
            <a:extLst>
              <a:ext uri="{FF2B5EF4-FFF2-40B4-BE49-F238E27FC236}">
                <a16:creationId xmlns:a16="http://schemas.microsoft.com/office/drawing/2014/main" id="{ED4958F4-4CF8-C74E-CB01-FDE51FF0A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092" y="1264542"/>
            <a:ext cx="2418861" cy="2418861"/>
          </a:xfrm>
          <a:prstGeom prst="rect">
            <a:avLst/>
          </a:prstGeom>
        </p:spPr>
      </p:pic>
      <p:pic>
        <p:nvPicPr>
          <p:cNvPr id="17" name="Picture 16" descr="A close-up of a screen&#10;&#10;AI-generated content may be incorrect.">
            <a:extLst>
              <a:ext uri="{FF2B5EF4-FFF2-40B4-BE49-F238E27FC236}">
                <a16:creationId xmlns:a16="http://schemas.microsoft.com/office/drawing/2014/main" id="{9B4E9D5C-89A9-6C62-C30B-B8F0F9E03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01" y="1264542"/>
            <a:ext cx="2418861" cy="241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3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17588-1AE8-1C87-783F-DFCA3084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29EA-9BB7-314A-ACBE-72A49DEB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043" y="18518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B1D9E-C117-B6D3-AB22-1D92BD699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43" y="1510748"/>
            <a:ext cx="10962861" cy="48304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solar cell defects affect electrical performance (Voc,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whether image features (brightness, dark areas, defect size) are related to voltage loss.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defect characteristics that cause voltage degradation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whether EL images can predict solar panel efficiency</a:t>
            </a:r>
          </a:p>
        </p:txBody>
      </p:sp>
    </p:spTree>
    <p:extLst>
      <p:ext uri="{BB962C8B-B14F-4D97-AF65-F5344CB8AC3E}">
        <p14:creationId xmlns:p14="http://schemas.microsoft.com/office/powerpoint/2010/main" val="2573632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FE7D-A552-1BA5-85C5-0E85824B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638C-CBA4-6F08-CB20-8AF1ACE3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4" y="-24359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3AD3D8E-425C-8C70-A72C-12D4BBEC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34" y="5098093"/>
            <a:ext cx="11233275" cy="1624181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EL intensity strongly correlates with Voc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ΔVoc shows similar correlation trend with brightness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Isc shows weaker but noticeable association with busbar configuration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degradation is more strongly associated with global EL brightness than with simple defect counts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18993-1DFF-F7E3-5F42-C50F1D9C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58" y="809267"/>
            <a:ext cx="11002028" cy="428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01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1BDF-7CAB-6188-41B9-59A2CD90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5BAE-1722-5E0E-939A-F36C50CA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102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409F3-C55A-5410-AB1C-D8E3AA0EA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34" y="5098093"/>
            <a:ext cx="11233275" cy="162418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and patch variance features show moderate correlation with Voc and ΔVoc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grad_anisotropy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negatively correlates, indicating directional crack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irregularities moderately associated with voltage degradation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FBEB9-7765-5DCC-DB1F-891BA0E75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2" y="661592"/>
            <a:ext cx="11486367" cy="443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63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915F0-195A-EE26-AEB2-46D2E06B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0166-6179-F882-2137-924D556D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97" y="-4274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DB8BF-7542-0013-4BAC-05D9EB8A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97" y="1534662"/>
            <a:ext cx="4698304" cy="47033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defect counts show very weak direct correlation with Voc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ΔVoc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defect area exhibits minimal linear association with electrical parameters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degradation impact is not purely proportional to defect count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need for texture/intensity-based modelling rather than count-based modelling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0D5F89-7116-67BA-1C3C-91BA2D8D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868" y="1534662"/>
            <a:ext cx="6532921" cy="446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98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EFF4-C5CF-E659-4A5B-C28AFFF7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242D-C851-2B01-1278-470CFF7F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Performance Estimation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0B3E-3519-4FF0-62D0-5F02DE8D8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26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Regression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E7E96-2853-93B6-0D49-C24F0C66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86" y="2092228"/>
            <a:ext cx="10835014" cy="466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94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6BF5-B24E-7952-25D0-B8BF6E9E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75AB-B963-36C0-5DAB-E2B6E2DF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Reasons for Near Perfect Metrics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7053D-D779-4997-9710-94AB8EDC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29"/>
            <a:ext cx="5575126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linear correlation observed between electrical parameters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might’ve learnt electrical relationships instead of defect features from image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distributions for Voc and Isc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train-test split might’ve have caused similar data distributions in both 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9F99D-760F-E6AC-48C0-69547782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703" y="1686729"/>
            <a:ext cx="5457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77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9A14-FA67-ADBF-2334-0FEDC143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E630-FF7C-F3CB-D574-6521C9FD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distribution of Voc and Isc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4982C-83B0-808F-4711-CA8DB115A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21" y="1994511"/>
            <a:ext cx="10722279" cy="378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7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072C-AF70-82C9-2AEA-B3AA6BF7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464E-BEEF-D5EF-1BEC-6E53A660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4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Rectification Strategy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89089-1F89-A8F7-96B7-C124C560C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29"/>
            <a:ext cx="516176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direct electrical parameter fusion for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image-only regression to ensure learning from defect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along with Voc and Isc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stricter train–test separation to reduce distribution overlap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872D2E-1149-02F9-520C-453676D99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967" y="456156"/>
            <a:ext cx="5945688" cy="594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1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AC31-2C71-397F-60DE-F39E718F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14EE-37E2-8AB7-3BB4-52BDE529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9" y="-15979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Voc Regression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4A898-F9E3-AD6C-C086-03303B4294C6}"/>
              </a:ext>
            </a:extLst>
          </p:cNvPr>
          <p:cNvSpPr txBox="1"/>
          <p:nvPr/>
        </p:nvSpPr>
        <p:spPr>
          <a:xfrm>
            <a:off x="10044831" y="2285926"/>
            <a:ext cx="3808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0.0123 V</a:t>
            </a: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0.0167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0.6158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r: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0.8224</a:t>
            </a:r>
            <a:endParaRPr lang="en-US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ECC99B8-3BA5-5530-8A14-3E57ADE2A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45" y="960363"/>
            <a:ext cx="11970710" cy="146682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Voc values exhibit strong linear concordance with ground truth, closely aligning with the y = x reference line and indicating low bias across the dynamic range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EDFBF-7D04-028D-15CC-0F529C99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5" y="2427192"/>
            <a:ext cx="4052221" cy="4398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CD957-6348-153D-A3EF-A4F9E6541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03" y="2723761"/>
            <a:ext cx="4052221" cy="4102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4C82BB-4999-EA00-C770-80C7498A8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61" y="3547349"/>
            <a:ext cx="3966476" cy="307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67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5F6E-70E2-255A-13FB-BDC9AB07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CE15-4E12-6EBA-A07F-5E5B67C4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9" y="-15979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 Regression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342EF8C-65DF-C94E-D3E5-FFDF3CD94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45" y="960363"/>
            <a:ext cx="11970710" cy="94359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linear correlation shows predictions closely follow the ideal diagonal line, indicating good regression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59320-2A66-AB57-DDA0-4D8C6E6B0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9" y="2754862"/>
            <a:ext cx="4052221" cy="407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05173-3133-6C8E-C700-9660C04F88CB}"/>
              </a:ext>
            </a:extLst>
          </p:cNvPr>
          <p:cNvSpPr txBox="1"/>
          <p:nvPr/>
        </p:nvSpPr>
        <p:spPr>
          <a:xfrm>
            <a:off x="10187313" y="2285926"/>
            <a:ext cx="3808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0.0116 V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0.0158 V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0.6340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Pearson r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0.8211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9020F-4549-489C-24DF-E35A8369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34" y="2754862"/>
            <a:ext cx="4052221" cy="3869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778650-6E5C-0F2D-A503-32EF07BDD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255" y="3679715"/>
            <a:ext cx="4253745" cy="280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12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EF50-BCC3-22D5-46B5-88CCA3F0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B02D-BA61-998D-0E38-60E220B97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9" y="-15979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Isc Regression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264A3EA-40E7-6AB5-DB0C-041CAF11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45" y="960363"/>
            <a:ext cx="11970710" cy="94359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Isc prediction is more sensitive to illumination and surface defects. Crack density and dark pixel regions show stronger association with Isc loss.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42B29-F66E-FCA5-C57B-A4F1A010A6C0}"/>
              </a:ext>
            </a:extLst>
          </p:cNvPr>
          <p:cNvSpPr txBox="1"/>
          <p:nvPr/>
        </p:nvSpPr>
        <p:spPr>
          <a:xfrm>
            <a:off x="10187313" y="2285926"/>
            <a:ext cx="3808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MAE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0.0861 A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0.1202 A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0.7844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Pearson r 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0.9047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392F5-0019-A73B-7F39-DB533137D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1670"/>
            <a:ext cx="3886034" cy="4276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BD60FD-04C6-45D4-1CB1-C8CD37587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034" y="2763786"/>
            <a:ext cx="4052221" cy="3851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C6D0B6-152D-F16F-41D3-3201F47304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255" y="3584032"/>
            <a:ext cx="4183693" cy="31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58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449B-5A3F-DB80-A912-2529B405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EF36-31B3-289E-DF98-A940BFA1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5549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 with Literature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39825B-CD50-6732-983D-B11400A6A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823361"/>
              </p:ext>
            </p:extLst>
          </p:nvPr>
        </p:nvGraphicFramePr>
        <p:xfrm>
          <a:off x="1530263" y="2342367"/>
          <a:ext cx="9131473" cy="3908119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850174">
                  <a:extLst>
                    <a:ext uri="{9D8B030D-6E8A-4147-A177-3AD203B41FA5}">
                      <a16:colId xmlns:a16="http://schemas.microsoft.com/office/drawing/2014/main" val="1143095634"/>
                    </a:ext>
                  </a:extLst>
                </a:gridCol>
                <a:gridCol w="1724434">
                  <a:extLst>
                    <a:ext uri="{9D8B030D-6E8A-4147-A177-3AD203B41FA5}">
                      <a16:colId xmlns:a16="http://schemas.microsoft.com/office/drawing/2014/main" val="850927614"/>
                    </a:ext>
                  </a:extLst>
                </a:gridCol>
                <a:gridCol w="1046072">
                  <a:extLst>
                    <a:ext uri="{9D8B030D-6E8A-4147-A177-3AD203B41FA5}">
                      <a16:colId xmlns:a16="http://schemas.microsoft.com/office/drawing/2014/main" val="1489104397"/>
                    </a:ext>
                  </a:extLst>
                </a:gridCol>
                <a:gridCol w="1017543">
                  <a:extLst>
                    <a:ext uri="{9D8B030D-6E8A-4147-A177-3AD203B41FA5}">
                      <a16:colId xmlns:a16="http://schemas.microsoft.com/office/drawing/2014/main" val="1545511722"/>
                    </a:ext>
                  </a:extLst>
                </a:gridCol>
                <a:gridCol w="1679000">
                  <a:extLst>
                    <a:ext uri="{9D8B030D-6E8A-4147-A177-3AD203B41FA5}">
                      <a16:colId xmlns:a16="http://schemas.microsoft.com/office/drawing/2014/main" val="745977834"/>
                    </a:ext>
                  </a:extLst>
                </a:gridCol>
                <a:gridCol w="1814250">
                  <a:extLst>
                    <a:ext uri="{9D8B030D-6E8A-4147-A177-3AD203B41FA5}">
                      <a16:colId xmlns:a16="http://schemas.microsoft.com/office/drawing/2014/main" val="769066409"/>
                    </a:ext>
                  </a:extLst>
                </a:gridCol>
              </a:tblGrid>
              <a:tr h="70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 of Classes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0944545"/>
                  </a:ext>
                </a:extLst>
              </a:tr>
              <a:tr h="7071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W. Akram </a:t>
                      </a:r>
                      <a:r>
                        <a:rPr lang="fr-FR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.[1]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CNN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2,624 Images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Classifier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830025"/>
                  </a:ext>
                </a:extLst>
              </a:tr>
              <a:tr h="7071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W. Tang </a:t>
                      </a:r>
                      <a:r>
                        <a:rPr lang="en-GB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.[2]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GAN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32,600 Images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GAN-based Augmentation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4467685"/>
                  </a:ext>
                </a:extLst>
              </a:tr>
              <a:tr h="7071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Abdelsattar </a:t>
                      </a:r>
                      <a:r>
                        <a:rPr lang="en-GB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.[3]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3,102 Images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24 CNN Architectures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3923199"/>
                  </a:ext>
                </a:extLst>
              </a:tr>
              <a:tr h="1079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Solution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GB" sz="1200" b="1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9,860 Images (PVEL-AD)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 b="1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92.85 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+ Preprocessing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4158776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6964F52-9107-A626-292D-4B020727E121}"/>
              </a:ext>
            </a:extLst>
          </p:cNvPr>
          <p:cNvSpPr txBox="1">
            <a:spLocks/>
          </p:cNvSpPr>
          <p:nvPr/>
        </p:nvSpPr>
        <p:spPr>
          <a:xfrm>
            <a:off x="2785998" y="1719258"/>
            <a:ext cx="10878854" cy="794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Defect Classification Models</a:t>
            </a:r>
          </a:p>
        </p:txBody>
      </p:sp>
    </p:spTree>
    <p:extLst>
      <p:ext uri="{BB962C8B-B14F-4D97-AF65-F5344CB8AC3E}">
        <p14:creationId xmlns:p14="http://schemas.microsoft.com/office/powerpoint/2010/main" val="2440791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860B-E7CE-BA65-AD90-6F5C555E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5F25-5217-38D7-9744-741684D0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5549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 with Literature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8D15EC-6FCF-5B38-0593-ABE81ED65DEC}"/>
              </a:ext>
            </a:extLst>
          </p:cNvPr>
          <p:cNvSpPr txBox="1">
            <a:spLocks/>
          </p:cNvSpPr>
          <p:nvPr/>
        </p:nvSpPr>
        <p:spPr>
          <a:xfrm>
            <a:off x="2785998" y="1719258"/>
            <a:ext cx="10878854" cy="794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Defect Localisation Models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3D5765-DCB9-0892-3AEA-8E9791969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749674"/>
              </p:ext>
            </p:extLst>
          </p:nvPr>
        </p:nvGraphicFramePr>
        <p:xfrm>
          <a:off x="1529400" y="2289799"/>
          <a:ext cx="9133199" cy="390960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850524">
                  <a:extLst>
                    <a:ext uri="{9D8B030D-6E8A-4147-A177-3AD203B41FA5}">
                      <a16:colId xmlns:a16="http://schemas.microsoft.com/office/drawing/2014/main" val="1691653896"/>
                    </a:ext>
                  </a:extLst>
                </a:gridCol>
                <a:gridCol w="1724761">
                  <a:extLst>
                    <a:ext uri="{9D8B030D-6E8A-4147-A177-3AD203B41FA5}">
                      <a16:colId xmlns:a16="http://schemas.microsoft.com/office/drawing/2014/main" val="1525979938"/>
                    </a:ext>
                  </a:extLst>
                </a:gridCol>
                <a:gridCol w="1046270">
                  <a:extLst>
                    <a:ext uri="{9D8B030D-6E8A-4147-A177-3AD203B41FA5}">
                      <a16:colId xmlns:a16="http://schemas.microsoft.com/office/drawing/2014/main" val="2504213684"/>
                    </a:ext>
                  </a:extLst>
                </a:gridCol>
                <a:gridCol w="1017736">
                  <a:extLst>
                    <a:ext uri="{9D8B030D-6E8A-4147-A177-3AD203B41FA5}">
                      <a16:colId xmlns:a16="http://schemas.microsoft.com/office/drawing/2014/main" val="2488997792"/>
                    </a:ext>
                  </a:extLst>
                </a:gridCol>
                <a:gridCol w="1679316">
                  <a:extLst>
                    <a:ext uri="{9D8B030D-6E8A-4147-A177-3AD203B41FA5}">
                      <a16:colId xmlns:a16="http://schemas.microsoft.com/office/drawing/2014/main" val="2637802438"/>
                    </a:ext>
                  </a:extLst>
                </a:gridCol>
                <a:gridCol w="1814592">
                  <a:extLst>
                    <a:ext uri="{9D8B030D-6E8A-4147-A177-3AD203B41FA5}">
                      <a16:colId xmlns:a16="http://schemas.microsoft.com/office/drawing/2014/main" val="3122071956"/>
                    </a:ext>
                  </a:extLst>
                </a:gridCol>
              </a:tblGrid>
              <a:tr h="7073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 of Classes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 (%)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6050972"/>
                  </a:ext>
                </a:extLst>
              </a:tr>
              <a:tr h="108002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Binomairah </a:t>
                      </a:r>
                      <a:r>
                        <a:rPr lang="fr-FR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.[4]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+ SPP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 images (PERC cells)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Microcrack &amp; dark spot detection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6198756"/>
                  </a:ext>
                </a:extLst>
              </a:tr>
              <a:tr h="707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R. </a:t>
                      </a:r>
                      <a:r>
                        <a:rPr lang="fr-FR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Yeddula</a:t>
                      </a: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.[5]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YOLOv8n-GBE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PVEL-AD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YOLOv8 with Ghost + </a:t>
                      </a:r>
                      <a:r>
                        <a:rPr lang="en-GB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BiFPN</a:t>
                      </a: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ECA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8944065"/>
                  </a:ext>
                </a:extLst>
              </a:tr>
              <a:tr h="707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Mohamed </a:t>
                      </a:r>
                      <a:r>
                        <a:rPr lang="en-GB" sz="1200" b="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</a:t>
                      </a:r>
                      <a:r>
                        <a:rPr lang="en-GB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.[6]</a:t>
                      </a:r>
                      <a:endParaRPr lang="en-GB" sz="1200" b="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PV-YOLOv12n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PVEL-AD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optimized YOLO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2867914"/>
                  </a:ext>
                </a:extLst>
              </a:tr>
              <a:tr h="707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Solution</a:t>
                      </a:r>
                      <a:endParaRPr lang="en-GB" sz="1200" b="1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  <a:endParaRPr lang="en-GB" sz="1200" b="1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PVEL-AD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1200" b="1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97.00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+ Preprocessing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191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370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60FF-240D-E022-C98F-D77683DE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EC4B-AD46-C1A4-F1F4-A31AC61F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5" y="5549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 with Literature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2E7FAE-3691-9E4B-FCD3-38FC6B9F6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524983"/>
              </p:ext>
            </p:extLst>
          </p:nvPr>
        </p:nvGraphicFramePr>
        <p:xfrm>
          <a:off x="137786" y="1793433"/>
          <a:ext cx="11924777" cy="4357487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488624">
                  <a:extLst>
                    <a:ext uri="{9D8B030D-6E8A-4147-A177-3AD203B41FA5}">
                      <a16:colId xmlns:a16="http://schemas.microsoft.com/office/drawing/2014/main" val="1143095634"/>
                    </a:ext>
                  </a:extLst>
                </a:gridCol>
                <a:gridCol w="1204603">
                  <a:extLst>
                    <a:ext uri="{9D8B030D-6E8A-4147-A177-3AD203B41FA5}">
                      <a16:colId xmlns:a16="http://schemas.microsoft.com/office/drawing/2014/main" val="850927614"/>
                    </a:ext>
                  </a:extLst>
                </a:gridCol>
                <a:gridCol w="1024507">
                  <a:extLst>
                    <a:ext uri="{9D8B030D-6E8A-4147-A177-3AD203B41FA5}">
                      <a16:colId xmlns:a16="http://schemas.microsoft.com/office/drawing/2014/main" val="1489104397"/>
                    </a:ext>
                  </a:extLst>
                </a:gridCol>
                <a:gridCol w="841655">
                  <a:extLst>
                    <a:ext uri="{9D8B030D-6E8A-4147-A177-3AD203B41FA5}">
                      <a16:colId xmlns:a16="http://schemas.microsoft.com/office/drawing/2014/main" val="4258766134"/>
                    </a:ext>
                  </a:extLst>
                </a:gridCol>
                <a:gridCol w="1244158">
                  <a:extLst>
                    <a:ext uri="{9D8B030D-6E8A-4147-A177-3AD203B41FA5}">
                      <a16:colId xmlns:a16="http://schemas.microsoft.com/office/drawing/2014/main" val="1545511722"/>
                    </a:ext>
                  </a:extLst>
                </a:gridCol>
                <a:gridCol w="925444">
                  <a:extLst>
                    <a:ext uri="{9D8B030D-6E8A-4147-A177-3AD203B41FA5}">
                      <a16:colId xmlns:a16="http://schemas.microsoft.com/office/drawing/2014/main" val="745977834"/>
                    </a:ext>
                  </a:extLst>
                </a:gridCol>
                <a:gridCol w="925444">
                  <a:extLst>
                    <a:ext uri="{9D8B030D-6E8A-4147-A177-3AD203B41FA5}">
                      <a16:colId xmlns:a16="http://schemas.microsoft.com/office/drawing/2014/main" val="3552396636"/>
                    </a:ext>
                  </a:extLst>
                </a:gridCol>
                <a:gridCol w="963472">
                  <a:extLst>
                    <a:ext uri="{9D8B030D-6E8A-4147-A177-3AD203B41FA5}">
                      <a16:colId xmlns:a16="http://schemas.microsoft.com/office/drawing/2014/main" val="3947590552"/>
                    </a:ext>
                  </a:extLst>
                </a:gridCol>
                <a:gridCol w="1006900">
                  <a:extLst>
                    <a:ext uri="{9D8B030D-6E8A-4147-A177-3AD203B41FA5}">
                      <a16:colId xmlns:a16="http://schemas.microsoft.com/office/drawing/2014/main" val="769066409"/>
                    </a:ext>
                  </a:extLst>
                </a:gridCol>
                <a:gridCol w="2299970">
                  <a:extLst>
                    <a:ext uri="{9D8B030D-6E8A-4147-A177-3AD203B41FA5}">
                      <a16:colId xmlns:a16="http://schemas.microsoft.com/office/drawing/2014/main" val="2890544719"/>
                    </a:ext>
                  </a:extLst>
                </a:gridCol>
              </a:tblGrid>
              <a:tr h="70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Input Type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Target Parameters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Pearson-r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0944545"/>
                  </a:ext>
                </a:extLst>
              </a:tr>
              <a:tr h="7071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Ozturk et al.[</a:t>
                      </a:r>
                      <a:r>
                        <a:rPr lang="fr-FR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7]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DL Pipeline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PV modules (EL + IV measured)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 Images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Output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Pmpp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0.03547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EL-based joint fault detection + parameter estimation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830025"/>
                  </a:ext>
                </a:extLst>
              </a:tr>
              <a:tr h="70712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GB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Abdelghafar</a:t>
                      </a: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al.[8]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BO-Bagging Ensemble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Organic PV material dataset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Molecular descriptors (non-image)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Voc, </a:t>
                      </a:r>
                      <a:r>
                        <a:rPr lang="en-GB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Jsc</a:t>
                      </a: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FF, PCE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0.84(</a:t>
                      </a:r>
                      <a:r>
                        <a:rPr lang="en-GB" sz="1200" dirty="0" err="1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Jsc</a:t>
                      </a: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0.854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0.917 (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Jsc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0.0282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1.1954 (Jsc)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0.0415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1.5988 (</a:t>
                      </a:r>
                      <a:r>
                        <a:rPr lang="en-GB" sz="1200" dirty="0" err="1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Jsc</a:t>
                      </a:r>
                      <a:r>
                        <a:rPr lang="en-GB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Material-level regression; not EL image-based PV defect analysis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4467685"/>
                  </a:ext>
                </a:extLst>
              </a:tr>
              <a:tr h="1079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Solution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EL + IV dataset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 Images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Voc, </a:t>
                      </a:r>
                      <a:r>
                        <a:rPr lang="el-GR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Voc, Isc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0.63 (</a:t>
                      </a:r>
                      <a:r>
                        <a:rPr lang="el-GR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 (Isc)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0.82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0.82 (</a:t>
                      </a:r>
                      <a:r>
                        <a:rPr lang="el-GR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0.90 (Isc)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0.01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 (</a:t>
                      </a:r>
                      <a:r>
                        <a:rPr lang="el-GR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 (Isc)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0.01 (Voc)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 (</a:t>
                      </a:r>
                      <a:r>
                        <a:rPr lang="el-GR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Voc)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 (Isc)</a:t>
                      </a: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 images based regression</a:t>
                      </a:r>
                      <a:endParaRPr lang="en-GB" sz="1200" b="1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3923199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85C310-66D7-06B5-8A39-34356ACE9910}"/>
              </a:ext>
            </a:extLst>
          </p:cNvPr>
          <p:cNvSpPr txBox="1">
            <a:spLocks/>
          </p:cNvSpPr>
          <p:nvPr/>
        </p:nvSpPr>
        <p:spPr>
          <a:xfrm>
            <a:off x="3587665" y="1190025"/>
            <a:ext cx="10878854" cy="794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Regression Models</a:t>
            </a:r>
          </a:p>
        </p:txBody>
      </p:sp>
    </p:spTree>
    <p:extLst>
      <p:ext uri="{BB962C8B-B14F-4D97-AF65-F5344CB8AC3E}">
        <p14:creationId xmlns:p14="http://schemas.microsoft.com/office/powerpoint/2010/main" val="4074910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7E3F-6DFB-6BB1-7EDA-AE0FA953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B4DB-86D3-C74B-E545-BDEE68CA1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66197" cy="5008063"/>
          </a:xfrm>
        </p:spPr>
        <p:txBody>
          <a:bodyPr>
            <a:normAutofit/>
          </a:bodyPr>
          <a:lstStyle/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W. Akram, G. Li, Y. Jin, X. Chen, C. Zhu, X. Zhao, A. Khaliq, M. Faheem, and M. Ahmad, "CNN based automatic detection of photovoltaic cell defects in electroluminescence images,"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189, Dec. 2019, Art. no. 116319,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10.1016/j.energy.2019.116319.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Tang, Q. Yang, K. Xiong, and W. Yan, “Deep learning based automatic defect identification of photovoltaic module using electroluminescence images,”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Sol. Energy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201, pp. 453–460, Mar. 2020,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10.1016/j.solener.2020.03.049.</a:t>
            </a: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Abdelsattar,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Abdelmoety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Ismeil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Emad-Eldeen, "Automated Defect Detection in Solar Cell Images Using Deep Learning Algorithms,"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4136-4157, Jan. 2025.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Binomairah, A. Abdullah, B. E. Khoo, Z.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Mahdavipour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W. Teo, N. S. M. Noor, and M. Z. Abdullah, "Detection of microcracks and dark spots in monocrystalline PERC cells using photoluminescence imaging and YOLO-based CNN with spatial pyramid pooling,"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EPJ Photovoltaics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27, Dec. 2022,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10.1051/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epjpv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/2022025.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R.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Yeddula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Pallakonda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D. A. Raj, R. M. R.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Yanamala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 Prakasha, and M. S. Kumar, “YOLOv8n-GBE: A Hybrid YOLOv8n Model With Ghost Convolutions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BiFPN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-ECA Attention for Solar PV Defect Localization,”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vol. 13, pp. 114012-114028, Jun. 2025,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10.1109/ACCESS.2025.3584249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03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7209-C786-E29E-B1B6-BE4E84DC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69B-472B-5362-4800-63BAF5CB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A990-39C8-0925-D55A-491130B9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66197" cy="5008063"/>
          </a:xfrm>
        </p:spPr>
        <p:txBody>
          <a:bodyPr>
            <a:normAutofit/>
          </a:bodyPr>
          <a:lstStyle/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Mohamed, Y.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Nacera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Ahcene, A. Teta, E. O.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Belabbaci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Rabehi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Alsabah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Benghanem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“Optimized yolo based model for photovoltaic defect detection in electroluminescence images,”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1, pp. 32955, Sept. 2025,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10.1038/s41598-025-13956-7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Ozturk, E.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Ogliari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Sakwa, A.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Dolara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Blasuttigh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M. Pavan, “Photovoltaic modules fault detection, power output, and parameter estimation: A deep learning approach based on electroluminescence images,” </a:t>
            </a: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Convers. Manag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319, Art. no. 118866, Nov. 2024,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10.1016/j.enconman.2024.118866.</a:t>
            </a:r>
          </a:p>
          <a:p>
            <a:pPr marL="361950" marR="12065" indent="-361950" algn="just">
              <a:lnSpc>
                <a:spcPct val="107000"/>
              </a:lnSpc>
              <a:spcBef>
                <a:spcPts val="825"/>
              </a:spcBef>
              <a:buSzPct val="100000"/>
              <a:buNone/>
              <a:tabLst>
                <a:tab pos="154940" algn="l"/>
              </a:tabLst>
            </a:pPr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Abdelghafar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</a:t>
            </a:r>
            <a:r>
              <a:rPr lang="en-US" sz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Alshater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L. M. Abouelmagd, A. Darwish and A. E. </a:t>
            </a:r>
            <a:r>
              <a:rPr lang="en-US" sz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Hassanien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“Organic photovoltaic prediction model based on Bayesian optimization and explainable”, </a:t>
            </a:r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AI. Sci. Rep.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15, pp. 32559, Sept. 2025, </a:t>
            </a:r>
            <a:r>
              <a:rPr lang="en-US" sz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10.1038/s41598-025-18632-4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27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7565</TotalTime>
  <Words>1792</Words>
  <Application>Microsoft Office PowerPoint</Application>
  <PresentationFormat>Widescreen</PresentationFormat>
  <Paragraphs>293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Times New Roman</vt:lpstr>
      <vt:lpstr>Office Theme</vt:lpstr>
      <vt:lpstr> Review 2.3 Course Code – 19CCE499 Batch ID: ECE002 Deep Learning Based Solar Panel Defect Detection and Performance Evaluation Using Luminescence Images  </vt:lpstr>
      <vt:lpstr>Motivation and Objective</vt:lpstr>
      <vt:lpstr>Methodology</vt:lpstr>
      <vt:lpstr>Open Source Dataset Details - PVELAD</vt:lpstr>
      <vt:lpstr>Industry Dataset Details</vt:lpstr>
      <vt:lpstr>Cleaning the Dataset</vt:lpstr>
      <vt:lpstr>Cleaning the Dataset</vt:lpstr>
      <vt:lpstr>Cleaning the Dataset</vt:lpstr>
      <vt:lpstr>Cleaned Image Samples</vt:lpstr>
      <vt:lpstr>Preprocessing Steps Carried Out</vt:lpstr>
      <vt:lpstr>Preprocessing Steps Carried Out</vt:lpstr>
      <vt:lpstr>Model – Classification</vt:lpstr>
      <vt:lpstr>Model – Localisation</vt:lpstr>
      <vt:lpstr>Model – Performance Estimation</vt:lpstr>
      <vt:lpstr>Results – Classification using ResNet50</vt:lpstr>
      <vt:lpstr>Results – Localisation using YOLOv8</vt:lpstr>
      <vt:lpstr>Correlation Analysis</vt:lpstr>
      <vt:lpstr>Correlation Analysis</vt:lpstr>
      <vt:lpstr>Correlation Analysis</vt:lpstr>
      <vt:lpstr>Correlation Analysis</vt:lpstr>
      <vt:lpstr>Results – Performance Estimation</vt:lpstr>
      <vt:lpstr>Possible Reasons for Near Perfect Metrics</vt:lpstr>
      <vt:lpstr>Histogram distribution of Voc and Isc</vt:lpstr>
      <vt:lpstr>Rectification Strategy</vt:lpstr>
      <vt:lpstr>Results – Voc Regression</vt:lpstr>
      <vt:lpstr>Results – ΔVoc Regression</vt:lpstr>
      <vt:lpstr>Results – Isc Regression</vt:lpstr>
      <vt:lpstr>Result Comparison with Literature</vt:lpstr>
      <vt:lpstr>Result Comparison with Literature</vt:lpstr>
      <vt:lpstr>Result Comparison with Literature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 Balu</dc:creator>
  <cp:lastModifiedBy>Ranjith Balu</cp:lastModifiedBy>
  <cp:revision>41</cp:revision>
  <dcterms:created xsi:type="dcterms:W3CDTF">2025-06-18T09:32:45Z</dcterms:created>
  <dcterms:modified xsi:type="dcterms:W3CDTF">2026-03-13T16:35:34Z</dcterms:modified>
</cp:coreProperties>
</file>